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5" r:id="rId2"/>
    <p:sldId id="256" r:id="rId3"/>
    <p:sldId id="273" r:id="rId4"/>
    <p:sldId id="257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7" r:id="rId13"/>
    <p:sldId id="268" r:id="rId14"/>
    <p:sldId id="269" r:id="rId15"/>
    <p:sldId id="271" r:id="rId16"/>
    <p:sldId id="272" r:id="rId17"/>
    <p:sldId id="274" r:id="rId18"/>
    <p:sldId id="258" r:id="rId19"/>
    <p:sldId id="275" r:id="rId20"/>
    <p:sldId id="281" r:id="rId21"/>
    <p:sldId id="276" r:id="rId22"/>
    <p:sldId id="277" r:id="rId23"/>
    <p:sldId id="278" r:id="rId24"/>
    <p:sldId id="282" r:id="rId25"/>
    <p:sldId id="283" r:id="rId26"/>
    <p:sldId id="279" r:id="rId27"/>
    <p:sldId id="284" r:id="rId28"/>
    <p:sldId id="28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60808F-ACFE-47DA-9C64-BB0F22B60783}" v="75" dt="2025-09-04T14:42:12.5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4658" autoAdjust="0"/>
  </p:normalViewPr>
  <p:slideViewPr>
    <p:cSldViewPr snapToGrid="0">
      <p:cViewPr varScale="1">
        <p:scale>
          <a:sx n="63" d="100"/>
          <a:sy n="63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dree Proffitt" userId="cf51b1b7-7481-4dd8-85bf-a141dc4bc53e" providerId="ADAL" clId="{6CCD24BE-3D7A-4092-BFF6-F4CE2743B410}"/>
    <pc:docChg chg="undo custSel addSld modSld sldOrd">
      <pc:chgData name="Kedree Proffitt" userId="cf51b1b7-7481-4dd8-85bf-a141dc4bc53e" providerId="ADAL" clId="{6CCD24BE-3D7A-4092-BFF6-F4CE2743B410}" dt="2025-09-16T15:42:10.178" v="1273" actId="1076"/>
      <pc:docMkLst>
        <pc:docMk/>
      </pc:docMkLst>
      <pc:sldChg chg="addSp delSp modSp mod addAnim delAnim">
        <pc:chgData name="Kedree Proffitt" userId="cf51b1b7-7481-4dd8-85bf-a141dc4bc53e" providerId="ADAL" clId="{6CCD24BE-3D7A-4092-BFF6-F4CE2743B410}" dt="2025-09-04T15:35:49.862" v="1263" actId="14100"/>
        <pc:sldMkLst>
          <pc:docMk/>
          <pc:sldMk cId="1449262074" sldId="268"/>
        </pc:sldMkLst>
        <pc:spChg chg="mod">
          <ac:chgData name="Kedree Proffitt" userId="cf51b1b7-7481-4dd8-85bf-a141dc4bc53e" providerId="ADAL" clId="{6CCD24BE-3D7A-4092-BFF6-F4CE2743B410}" dt="2025-09-04T14:42:12.579" v="1045" actId="20577"/>
          <ac:spMkLst>
            <pc:docMk/>
            <pc:sldMk cId="1449262074" sldId="268"/>
            <ac:spMk id="3" creationId="{ECD73A8F-3BBC-26B4-F349-9E5568ABDEE8}"/>
          </ac:spMkLst>
        </pc:spChg>
        <pc:spChg chg="add del mod">
          <ac:chgData name="Kedree Proffitt" userId="cf51b1b7-7481-4dd8-85bf-a141dc4bc53e" providerId="ADAL" clId="{6CCD24BE-3D7A-4092-BFF6-F4CE2743B410}" dt="2025-09-04T15:35:37.863" v="1261" actId="14100"/>
          <ac:spMkLst>
            <pc:docMk/>
            <pc:sldMk cId="1449262074" sldId="268"/>
            <ac:spMk id="6" creationId="{07D17D42-6EA0-F61B-3C3C-463E123807E4}"/>
          </ac:spMkLst>
        </pc:spChg>
        <pc:spChg chg="mod">
          <ac:chgData name="Kedree Proffitt" userId="cf51b1b7-7481-4dd8-85bf-a141dc4bc53e" providerId="ADAL" clId="{6CCD24BE-3D7A-4092-BFF6-F4CE2743B410}" dt="2025-09-04T15:35:49.862" v="1263" actId="14100"/>
          <ac:spMkLst>
            <pc:docMk/>
            <pc:sldMk cId="1449262074" sldId="268"/>
            <ac:spMk id="7" creationId="{89B8B4AA-5003-3169-46B7-4A3D563FE558}"/>
          </ac:spMkLst>
        </pc:spChg>
        <pc:spChg chg="mod">
          <ac:chgData name="Kedree Proffitt" userId="cf51b1b7-7481-4dd8-85bf-a141dc4bc53e" providerId="ADAL" clId="{6CCD24BE-3D7A-4092-BFF6-F4CE2743B410}" dt="2025-09-04T15:35:32.173" v="1260" actId="1076"/>
          <ac:spMkLst>
            <pc:docMk/>
            <pc:sldMk cId="1449262074" sldId="268"/>
            <ac:spMk id="9" creationId="{31380326-98CB-2DFE-B69A-24B8219D92A3}"/>
          </ac:spMkLst>
        </pc:spChg>
      </pc:sldChg>
      <pc:sldChg chg="modSp mod">
        <pc:chgData name="Kedree Proffitt" userId="cf51b1b7-7481-4dd8-85bf-a141dc4bc53e" providerId="ADAL" clId="{6CCD24BE-3D7A-4092-BFF6-F4CE2743B410}" dt="2025-09-16T15:42:10.178" v="1273" actId="1076"/>
        <pc:sldMkLst>
          <pc:docMk/>
          <pc:sldMk cId="538828819" sldId="269"/>
        </pc:sldMkLst>
        <pc:spChg chg="mod">
          <ac:chgData name="Kedree Proffitt" userId="cf51b1b7-7481-4dd8-85bf-a141dc4bc53e" providerId="ADAL" clId="{6CCD24BE-3D7A-4092-BFF6-F4CE2743B410}" dt="2025-09-16T15:42:08.184" v="1271" actId="1076"/>
          <ac:spMkLst>
            <pc:docMk/>
            <pc:sldMk cId="538828819" sldId="269"/>
            <ac:spMk id="4" creationId="{E1288CEB-C0B7-2F2E-B1EF-2E7A38E6782D}"/>
          </ac:spMkLst>
        </pc:spChg>
        <pc:spChg chg="mod">
          <ac:chgData name="Kedree Proffitt" userId="cf51b1b7-7481-4dd8-85bf-a141dc4bc53e" providerId="ADAL" clId="{6CCD24BE-3D7A-4092-BFF6-F4CE2743B410}" dt="2025-09-16T15:42:10.178" v="1273" actId="1076"/>
          <ac:spMkLst>
            <pc:docMk/>
            <pc:sldMk cId="538828819" sldId="269"/>
            <ac:spMk id="5" creationId="{D576DAF6-6438-34C4-4B23-F29C7AD269BF}"/>
          </ac:spMkLst>
        </pc:spChg>
      </pc:sldChg>
      <pc:sldChg chg="modNotesTx">
        <pc:chgData name="Kedree Proffitt" userId="cf51b1b7-7481-4dd8-85bf-a141dc4bc53e" providerId="ADAL" clId="{6CCD24BE-3D7A-4092-BFF6-F4CE2743B410}" dt="2025-09-04T15:35:17.788" v="1258" actId="20577"/>
        <pc:sldMkLst>
          <pc:docMk/>
          <pc:sldMk cId="1775845402" sldId="272"/>
        </pc:sldMkLst>
      </pc:sldChg>
      <pc:sldChg chg="modSp mod">
        <pc:chgData name="Kedree Proffitt" userId="cf51b1b7-7481-4dd8-85bf-a141dc4bc53e" providerId="ADAL" clId="{6CCD24BE-3D7A-4092-BFF6-F4CE2743B410}" dt="2025-09-16T15:42:03.974" v="1269" actId="1076"/>
        <pc:sldMkLst>
          <pc:docMk/>
          <pc:sldMk cId="3520048093" sldId="277"/>
        </pc:sldMkLst>
        <pc:spChg chg="mod">
          <ac:chgData name="Kedree Proffitt" userId="cf51b1b7-7481-4dd8-85bf-a141dc4bc53e" providerId="ADAL" clId="{6CCD24BE-3D7A-4092-BFF6-F4CE2743B410}" dt="2025-09-16T15:42:02.067" v="1267" actId="1076"/>
          <ac:spMkLst>
            <pc:docMk/>
            <pc:sldMk cId="3520048093" sldId="277"/>
            <ac:spMk id="4" creationId="{90B40F49-EE56-116E-C8D0-1568523F0F12}"/>
          </ac:spMkLst>
        </pc:spChg>
        <pc:spChg chg="mod">
          <ac:chgData name="Kedree Proffitt" userId="cf51b1b7-7481-4dd8-85bf-a141dc4bc53e" providerId="ADAL" clId="{6CCD24BE-3D7A-4092-BFF6-F4CE2743B410}" dt="2025-09-16T15:42:03.974" v="1269" actId="1076"/>
          <ac:spMkLst>
            <pc:docMk/>
            <pc:sldMk cId="3520048093" sldId="277"/>
            <ac:spMk id="5" creationId="{3504065B-E96E-E174-6C3F-BB9EA8AD61C9}"/>
          </ac:spMkLst>
        </pc:spChg>
      </pc:sldChg>
      <pc:sldChg chg="modSp new mod ord">
        <pc:chgData name="Kedree Proffitt" userId="cf51b1b7-7481-4dd8-85bf-a141dc4bc53e" providerId="ADAL" clId="{6CCD24BE-3D7A-4092-BFF6-F4CE2743B410}" dt="2025-09-03T20:39:29.289" v="1036" actId="20577"/>
        <pc:sldMkLst>
          <pc:docMk/>
          <pc:sldMk cId="242273638" sldId="285"/>
        </pc:sldMkLst>
        <pc:spChg chg="mod">
          <ac:chgData name="Kedree Proffitt" userId="cf51b1b7-7481-4dd8-85bf-a141dc4bc53e" providerId="ADAL" clId="{6CCD24BE-3D7A-4092-BFF6-F4CE2743B410}" dt="2025-09-02T14:46:31.332" v="54" actId="20577"/>
          <ac:spMkLst>
            <pc:docMk/>
            <pc:sldMk cId="242273638" sldId="285"/>
            <ac:spMk id="2" creationId="{92B7DCE2-3EB2-489B-5779-57CFF4FEE3DE}"/>
          </ac:spMkLst>
        </pc:spChg>
        <pc:spChg chg="mod">
          <ac:chgData name="Kedree Proffitt" userId="cf51b1b7-7481-4dd8-85bf-a141dc4bc53e" providerId="ADAL" clId="{6CCD24BE-3D7A-4092-BFF6-F4CE2743B410}" dt="2025-09-03T20:39:29.289" v="1036" actId="20577"/>
          <ac:spMkLst>
            <pc:docMk/>
            <pc:sldMk cId="242273638" sldId="285"/>
            <ac:spMk id="3" creationId="{4A6883AB-F777-95BD-5246-090B959E6258}"/>
          </ac:spMkLst>
        </pc:spChg>
      </pc:sldChg>
    </pc:docChg>
  </pc:docChgLst>
  <pc:docChgLst>
    <pc:chgData name="Kedree Proffitt" userId="cf51b1b7-7481-4dd8-85bf-a141dc4bc53e" providerId="ADAL" clId="{8360808F-ACFE-47DA-9C64-BB0F22B60783}"/>
    <pc:docChg chg="custSel addSld delSld modSld">
      <pc:chgData name="Kedree Proffitt" userId="cf51b1b7-7481-4dd8-85bf-a141dc4bc53e" providerId="ADAL" clId="{8360808F-ACFE-47DA-9C64-BB0F22B60783}" dt="2025-08-21T22:59:30.296" v="193" actId="14100"/>
      <pc:docMkLst>
        <pc:docMk/>
      </pc:docMkLst>
      <pc:sldChg chg="addSp modSp mod modAnim">
        <pc:chgData name="Kedree Proffitt" userId="cf51b1b7-7481-4dd8-85bf-a141dc4bc53e" providerId="ADAL" clId="{8360808F-ACFE-47DA-9C64-BB0F22B60783}" dt="2025-08-21T22:51:09.168" v="9" actId="1076"/>
        <pc:sldMkLst>
          <pc:docMk/>
          <pc:sldMk cId="4047042942" sldId="257"/>
        </pc:sldMkLst>
        <pc:spChg chg="add mod">
          <ac:chgData name="Kedree Proffitt" userId="cf51b1b7-7481-4dd8-85bf-a141dc4bc53e" providerId="ADAL" clId="{8360808F-ACFE-47DA-9C64-BB0F22B60783}" dt="2025-08-21T22:50:39.725" v="4" actId="14100"/>
          <ac:spMkLst>
            <pc:docMk/>
            <pc:sldMk cId="4047042942" sldId="257"/>
            <ac:spMk id="3" creationId="{F933BE78-E0C7-7C73-5910-F92529739CE4}"/>
          </ac:spMkLst>
        </pc:spChg>
        <pc:spChg chg="add mod">
          <ac:chgData name="Kedree Proffitt" userId="cf51b1b7-7481-4dd8-85bf-a141dc4bc53e" providerId="ADAL" clId="{8360808F-ACFE-47DA-9C64-BB0F22B60783}" dt="2025-08-21T22:50:55.260" v="7" actId="1076"/>
          <ac:spMkLst>
            <pc:docMk/>
            <pc:sldMk cId="4047042942" sldId="257"/>
            <ac:spMk id="4" creationId="{C19F071B-3FE0-4DEF-3B03-32C2490FE851}"/>
          </ac:spMkLst>
        </pc:spChg>
        <pc:spChg chg="add mod">
          <ac:chgData name="Kedree Proffitt" userId="cf51b1b7-7481-4dd8-85bf-a141dc4bc53e" providerId="ADAL" clId="{8360808F-ACFE-47DA-9C64-BB0F22B60783}" dt="2025-08-21T22:51:09.168" v="9" actId="1076"/>
          <ac:spMkLst>
            <pc:docMk/>
            <pc:sldMk cId="4047042942" sldId="257"/>
            <ac:spMk id="6" creationId="{3D787769-AFAC-6CBB-FAEB-FF51F27F608E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6:52.073" v="134" actId="14100"/>
        <pc:sldMkLst>
          <pc:docMk/>
          <pc:sldMk cId="1210077371" sldId="258"/>
        </pc:sldMkLst>
        <pc:spChg chg="add mod">
          <ac:chgData name="Kedree Proffitt" userId="cf51b1b7-7481-4dd8-85bf-a141dc4bc53e" providerId="ADAL" clId="{8360808F-ACFE-47DA-9C64-BB0F22B60783}" dt="2025-08-21T22:56:33.398" v="122" actId="14100"/>
          <ac:spMkLst>
            <pc:docMk/>
            <pc:sldMk cId="1210077371" sldId="258"/>
            <ac:spMk id="4" creationId="{65F87425-7883-DA4E-44EB-B8BFDD8FE881}"/>
          </ac:spMkLst>
        </pc:spChg>
        <pc:spChg chg="add mod">
          <ac:chgData name="Kedree Proffitt" userId="cf51b1b7-7481-4dd8-85bf-a141dc4bc53e" providerId="ADAL" clId="{8360808F-ACFE-47DA-9C64-BB0F22B60783}" dt="2025-08-21T22:56:36.639" v="124" actId="1076"/>
          <ac:spMkLst>
            <pc:docMk/>
            <pc:sldMk cId="1210077371" sldId="258"/>
            <ac:spMk id="5" creationId="{455EE553-47D6-E272-3610-9D55ADC233C1}"/>
          </ac:spMkLst>
        </pc:spChg>
        <pc:spChg chg="add mod">
          <ac:chgData name="Kedree Proffitt" userId="cf51b1b7-7481-4dd8-85bf-a141dc4bc53e" providerId="ADAL" clId="{8360808F-ACFE-47DA-9C64-BB0F22B60783}" dt="2025-08-21T22:56:39.144" v="126" actId="1076"/>
          <ac:spMkLst>
            <pc:docMk/>
            <pc:sldMk cId="1210077371" sldId="258"/>
            <ac:spMk id="6" creationId="{ADAA4D56-B74F-2B26-5BB5-616F5DB6D0D3}"/>
          </ac:spMkLst>
        </pc:spChg>
        <pc:spChg chg="add mod">
          <ac:chgData name="Kedree Proffitt" userId="cf51b1b7-7481-4dd8-85bf-a141dc4bc53e" providerId="ADAL" clId="{8360808F-ACFE-47DA-9C64-BB0F22B60783}" dt="2025-08-21T22:56:41.934" v="128" actId="1076"/>
          <ac:spMkLst>
            <pc:docMk/>
            <pc:sldMk cId="1210077371" sldId="258"/>
            <ac:spMk id="7" creationId="{1FDE66B9-48A3-02B2-8F6D-D3EA08B66E73}"/>
          </ac:spMkLst>
        </pc:spChg>
        <pc:spChg chg="add mod">
          <ac:chgData name="Kedree Proffitt" userId="cf51b1b7-7481-4dd8-85bf-a141dc4bc53e" providerId="ADAL" clId="{8360808F-ACFE-47DA-9C64-BB0F22B60783}" dt="2025-08-21T22:56:45.340" v="130" actId="1076"/>
          <ac:spMkLst>
            <pc:docMk/>
            <pc:sldMk cId="1210077371" sldId="258"/>
            <ac:spMk id="8" creationId="{51F32681-B499-2D2B-7F28-390E22C9D631}"/>
          </ac:spMkLst>
        </pc:spChg>
        <pc:spChg chg="add mod">
          <ac:chgData name="Kedree Proffitt" userId="cf51b1b7-7481-4dd8-85bf-a141dc4bc53e" providerId="ADAL" clId="{8360808F-ACFE-47DA-9C64-BB0F22B60783}" dt="2025-08-21T22:56:52.073" v="134" actId="14100"/>
          <ac:spMkLst>
            <pc:docMk/>
            <pc:sldMk cId="1210077371" sldId="258"/>
            <ac:spMk id="9" creationId="{8D380EDE-5FD1-35D9-A5F5-6628ED622FB2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1:28.152" v="18" actId="14100"/>
        <pc:sldMkLst>
          <pc:docMk/>
          <pc:sldMk cId="1432475680" sldId="259"/>
        </pc:sldMkLst>
        <pc:spChg chg="add mod">
          <ac:chgData name="Kedree Proffitt" userId="cf51b1b7-7481-4dd8-85bf-a141dc4bc53e" providerId="ADAL" clId="{8360808F-ACFE-47DA-9C64-BB0F22B60783}" dt="2025-08-21T22:51:17.357" v="13" actId="14100"/>
          <ac:spMkLst>
            <pc:docMk/>
            <pc:sldMk cId="1432475680" sldId="259"/>
            <ac:spMk id="5" creationId="{DE17F316-FD79-DCAD-F37B-31D64F5225FC}"/>
          </ac:spMkLst>
        </pc:spChg>
        <pc:spChg chg="add mod">
          <ac:chgData name="Kedree Proffitt" userId="cf51b1b7-7481-4dd8-85bf-a141dc4bc53e" providerId="ADAL" clId="{8360808F-ACFE-47DA-9C64-BB0F22B60783}" dt="2025-08-21T22:51:20.147" v="15" actId="1076"/>
          <ac:spMkLst>
            <pc:docMk/>
            <pc:sldMk cId="1432475680" sldId="259"/>
            <ac:spMk id="6" creationId="{68E593C8-19A0-5ADE-5EEC-FD6452A15D84}"/>
          </ac:spMkLst>
        </pc:spChg>
        <pc:spChg chg="add mod">
          <ac:chgData name="Kedree Proffitt" userId="cf51b1b7-7481-4dd8-85bf-a141dc4bc53e" providerId="ADAL" clId="{8360808F-ACFE-47DA-9C64-BB0F22B60783}" dt="2025-08-21T22:51:28.152" v="18" actId="14100"/>
          <ac:spMkLst>
            <pc:docMk/>
            <pc:sldMk cId="1432475680" sldId="259"/>
            <ac:spMk id="7" creationId="{AA844498-1EA9-FD75-31BD-89833067FC5A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1:40.143" v="24" actId="14100"/>
        <pc:sldMkLst>
          <pc:docMk/>
          <pc:sldMk cId="1224242136" sldId="260"/>
        </pc:sldMkLst>
        <pc:spChg chg="add mod">
          <ac:chgData name="Kedree Proffitt" userId="cf51b1b7-7481-4dd8-85bf-a141dc4bc53e" providerId="ADAL" clId="{8360808F-ACFE-47DA-9C64-BB0F22B60783}" dt="2025-08-21T22:51:34.466" v="21" actId="1076"/>
          <ac:spMkLst>
            <pc:docMk/>
            <pc:sldMk cId="1224242136" sldId="260"/>
            <ac:spMk id="4" creationId="{0CC1504A-6044-EACF-6ED0-B72F74F71695}"/>
          </ac:spMkLst>
        </pc:spChg>
        <pc:spChg chg="add mod">
          <ac:chgData name="Kedree Proffitt" userId="cf51b1b7-7481-4dd8-85bf-a141dc4bc53e" providerId="ADAL" clId="{8360808F-ACFE-47DA-9C64-BB0F22B60783}" dt="2025-08-21T22:51:40.143" v="24" actId="14100"/>
          <ac:spMkLst>
            <pc:docMk/>
            <pc:sldMk cId="1224242136" sldId="260"/>
            <ac:spMk id="5" creationId="{C3366FE4-A0A8-AB96-481F-30487F8986B1}"/>
          </ac:spMkLst>
        </pc:spChg>
      </pc:sldChg>
      <pc:sldChg chg="addSp delSp modSp mod delAnim modAnim">
        <pc:chgData name="Kedree Proffitt" userId="cf51b1b7-7481-4dd8-85bf-a141dc4bc53e" providerId="ADAL" clId="{8360808F-ACFE-47DA-9C64-BB0F22B60783}" dt="2025-08-21T22:52:45.291" v="52"/>
        <pc:sldMkLst>
          <pc:docMk/>
          <pc:sldMk cId="3776910021" sldId="261"/>
        </pc:sldMkLst>
        <pc:spChg chg="add mod">
          <ac:chgData name="Kedree Proffitt" userId="cf51b1b7-7481-4dd8-85bf-a141dc4bc53e" providerId="ADAL" clId="{8360808F-ACFE-47DA-9C64-BB0F22B60783}" dt="2025-08-21T22:51:49.231" v="27" actId="14100"/>
          <ac:spMkLst>
            <pc:docMk/>
            <pc:sldMk cId="3776910021" sldId="261"/>
            <ac:spMk id="3" creationId="{B8BFC075-BBEC-1AEF-33C6-1E9568BE009E}"/>
          </ac:spMkLst>
        </pc:spChg>
        <pc:spChg chg="add mod">
          <ac:chgData name="Kedree Proffitt" userId="cf51b1b7-7481-4dd8-85bf-a141dc4bc53e" providerId="ADAL" clId="{8360808F-ACFE-47DA-9C64-BB0F22B60783}" dt="2025-08-21T22:51:53.494" v="29" actId="1076"/>
          <ac:spMkLst>
            <pc:docMk/>
            <pc:sldMk cId="3776910021" sldId="261"/>
            <ac:spMk id="4" creationId="{C4AB2A8A-6A3A-B7AD-538C-F7AC96F90392}"/>
          </ac:spMkLst>
        </pc:spChg>
        <pc:spChg chg="add mod">
          <ac:chgData name="Kedree Proffitt" userId="cf51b1b7-7481-4dd8-85bf-a141dc4bc53e" providerId="ADAL" clId="{8360808F-ACFE-47DA-9C64-BB0F22B60783}" dt="2025-08-21T22:51:57.154" v="31" actId="1076"/>
          <ac:spMkLst>
            <pc:docMk/>
            <pc:sldMk cId="3776910021" sldId="261"/>
            <ac:spMk id="5" creationId="{7A4FF490-D01E-8205-6086-E9D0DBD678D9}"/>
          </ac:spMkLst>
        </pc:spChg>
        <pc:spChg chg="add mod">
          <ac:chgData name="Kedree Proffitt" userId="cf51b1b7-7481-4dd8-85bf-a141dc4bc53e" providerId="ADAL" clId="{8360808F-ACFE-47DA-9C64-BB0F22B60783}" dt="2025-08-21T22:52:11.949" v="37" actId="14100"/>
          <ac:spMkLst>
            <pc:docMk/>
            <pc:sldMk cId="3776910021" sldId="261"/>
            <ac:spMk id="7" creationId="{63D9E7B5-DD4D-3076-202D-8867A37C756D}"/>
          </ac:spMkLst>
        </pc:spChg>
        <pc:spChg chg="add mod">
          <ac:chgData name="Kedree Proffitt" userId="cf51b1b7-7481-4dd8-85bf-a141dc4bc53e" providerId="ADAL" clId="{8360808F-ACFE-47DA-9C64-BB0F22B60783}" dt="2025-08-21T22:52:20.901" v="39" actId="1076"/>
          <ac:spMkLst>
            <pc:docMk/>
            <pc:sldMk cId="3776910021" sldId="261"/>
            <ac:spMk id="10" creationId="{635B23A9-DCB3-703F-0109-FE457B7A43A1}"/>
          </ac:spMkLst>
        </pc:spChg>
        <pc:spChg chg="add mod">
          <ac:chgData name="Kedree Proffitt" userId="cf51b1b7-7481-4dd8-85bf-a141dc4bc53e" providerId="ADAL" clId="{8360808F-ACFE-47DA-9C64-BB0F22B60783}" dt="2025-08-21T22:52:43.361" v="47" actId="14100"/>
          <ac:spMkLst>
            <pc:docMk/>
            <pc:sldMk cId="3776910021" sldId="261"/>
            <ac:spMk id="12" creationId="{3BDE9116-2DED-F832-0577-16CD92690AD5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3:56.538" v="72" actId="14100"/>
        <pc:sldMkLst>
          <pc:docMk/>
          <pc:sldMk cId="2772177192" sldId="262"/>
        </pc:sldMkLst>
        <pc:spChg chg="add mod">
          <ac:chgData name="Kedree Proffitt" userId="cf51b1b7-7481-4dd8-85bf-a141dc4bc53e" providerId="ADAL" clId="{8360808F-ACFE-47DA-9C64-BB0F22B60783}" dt="2025-08-21T22:53:01.372" v="56" actId="14100"/>
          <ac:spMkLst>
            <pc:docMk/>
            <pc:sldMk cId="2772177192" sldId="262"/>
            <ac:spMk id="4" creationId="{638EBFB1-C785-C430-78BF-91E2735FD106}"/>
          </ac:spMkLst>
        </pc:spChg>
        <pc:spChg chg="add mod">
          <ac:chgData name="Kedree Proffitt" userId="cf51b1b7-7481-4dd8-85bf-a141dc4bc53e" providerId="ADAL" clId="{8360808F-ACFE-47DA-9C64-BB0F22B60783}" dt="2025-08-21T22:53:06.511" v="59" actId="14100"/>
          <ac:spMkLst>
            <pc:docMk/>
            <pc:sldMk cId="2772177192" sldId="262"/>
            <ac:spMk id="5" creationId="{AD7B323C-A138-7ED3-75ED-616DEF58578D}"/>
          </ac:spMkLst>
        </pc:spChg>
        <pc:spChg chg="add mod">
          <ac:chgData name="Kedree Proffitt" userId="cf51b1b7-7481-4dd8-85bf-a141dc4bc53e" providerId="ADAL" clId="{8360808F-ACFE-47DA-9C64-BB0F22B60783}" dt="2025-08-21T22:53:39.553" v="63" actId="14100"/>
          <ac:spMkLst>
            <pc:docMk/>
            <pc:sldMk cId="2772177192" sldId="262"/>
            <ac:spMk id="8" creationId="{4CA45A04-C0A0-00FC-531E-5CAAE982EDE1}"/>
          </ac:spMkLst>
        </pc:spChg>
        <pc:spChg chg="add mod">
          <ac:chgData name="Kedree Proffitt" userId="cf51b1b7-7481-4dd8-85bf-a141dc4bc53e" providerId="ADAL" clId="{8360808F-ACFE-47DA-9C64-BB0F22B60783}" dt="2025-08-21T22:53:43.384" v="65" actId="1076"/>
          <ac:spMkLst>
            <pc:docMk/>
            <pc:sldMk cId="2772177192" sldId="262"/>
            <ac:spMk id="9" creationId="{DCC9B155-5A45-F161-384B-340CF397BF83}"/>
          </ac:spMkLst>
        </pc:spChg>
        <pc:spChg chg="add mod">
          <ac:chgData name="Kedree Proffitt" userId="cf51b1b7-7481-4dd8-85bf-a141dc4bc53e" providerId="ADAL" clId="{8360808F-ACFE-47DA-9C64-BB0F22B60783}" dt="2025-08-21T22:53:46.174" v="67" actId="1076"/>
          <ac:spMkLst>
            <pc:docMk/>
            <pc:sldMk cId="2772177192" sldId="262"/>
            <ac:spMk id="10" creationId="{CC48FC73-5DD0-2CA6-912E-3492A27DC271}"/>
          </ac:spMkLst>
        </pc:spChg>
        <pc:spChg chg="add mod">
          <ac:chgData name="Kedree Proffitt" userId="cf51b1b7-7481-4dd8-85bf-a141dc4bc53e" providerId="ADAL" clId="{8360808F-ACFE-47DA-9C64-BB0F22B60783}" dt="2025-08-21T22:53:49.802" v="69" actId="1076"/>
          <ac:spMkLst>
            <pc:docMk/>
            <pc:sldMk cId="2772177192" sldId="262"/>
            <ac:spMk id="11" creationId="{EFD60F14-0BE2-275C-853F-CFE77471D888}"/>
          </ac:spMkLst>
        </pc:spChg>
        <pc:spChg chg="add mod">
          <ac:chgData name="Kedree Proffitt" userId="cf51b1b7-7481-4dd8-85bf-a141dc4bc53e" providerId="ADAL" clId="{8360808F-ACFE-47DA-9C64-BB0F22B60783}" dt="2025-08-21T22:53:56.538" v="72" actId="14100"/>
          <ac:spMkLst>
            <pc:docMk/>
            <pc:sldMk cId="2772177192" sldId="262"/>
            <ac:spMk id="12" creationId="{415BB11B-00A9-6730-73F0-DDCC1A7BFA97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4:20.038" v="80" actId="14100"/>
        <pc:sldMkLst>
          <pc:docMk/>
          <pc:sldMk cId="2502907279" sldId="263"/>
        </pc:sldMkLst>
        <pc:spChg chg="add mod">
          <ac:chgData name="Kedree Proffitt" userId="cf51b1b7-7481-4dd8-85bf-a141dc4bc53e" providerId="ADAL" clId="{8360808F-ACFE-47DA-9C64-BB0F22B60783}" dt="2025-08-21T22:54:07.280" v="75" actId="14100"/>
          <ac:spMkLst>
            <pc:docMk/>
            <pc:sldMk cId="2502907279" sldId="263"/>
            <ac:spMk id="4" creationId="{13F5CF5B-9E66-F5A1-1FD7-04AFBA7EBB69}"/>
          </ac:spMkLst>
        </pc:spChg>
        <pc:spChg chg="add mod">
          <ac:chgData name="Kedree Proffitt" userId="cf51b1b7-7481-4dd8-85bf-a141dc4bc53e" providerId="ADAL" clId="{8360808F-ACFE-47DA-9C64-BB0F22B60783}" dt="2025-08-21T22:54:13.859" v="77" actId="1076"/>
          <ac:spMkLst>
            <pc:docMk/>
            <pc:sldMk cId="2502907279" sldId="263"/>
            <ac:spMk id="5" creationId="{1758FEF9-DABA-B8FE-741E-FDE0B6ACCA60}"/>
          </ac:spMkLst>
        </pc:spChg>
        <pc:spChg chg="add mod">
          <ac:chgData name="Kedree Proffitt" userId="cf51b1b7-7481-4dd8-85bf-a141dc4bc53e" providerId="ADAL" clId="{8360808F-ACFE-47DA-9C64-BB0F22B60783}" dt="2025-08-21T22:54:20.038" v="80" actId="14100"/>
          <ac:spMkLst>
            <pc:docMk/>
            <pc:sldMk cId="2502907279" sldId="263"/>
            <ac:spMk id="6" creationId="{C303558E-8408-95A3-0A97-6D8CF22F71F2}"/>
          </ac:spMkLst>
        </pc:spChg>
      </pc:sldChg>
      <pc:sldChg chg="addSp delSp modSp mod delAnim modAnim">
        <pc:chgData name="Kedree Proffitt" userId="cf51b1b7-7481-4dd8-85bf-a141dc4bc53e" providerId="ADAL" clId="{8360808F-ACFE-47DA-9C64-BB0F22B60783}" dt="2025-08-21T22:55:15.949" v="97" actId="1076"/>
        <pc:sldMkLst>
          <pc:docMk/>
          <pc:sldMk cId="1449262074" sldId="268"/>
        </pc:sldMkLst>
        <pc:spChg chg="add mod">
          <ac:chgData name="Kedree Proffitt" userId="cf51b1b7-7481-4dd8-85bf-a141dc4bc53e" providerId="ADAL" clId="{8360808F-ACFE-47DA-9C64-BB0F22B60783}" dt="2025-08-21T22:55:01.382" v="92" actId="14100"/>
          <ac:spMkLst>
            <pc:docMk/>
            <pc:sldMk cId="1449262074" sldId="268"/>
            <ac:spMk id="6" creationId="{07D17D42-6EA0-F61B-3C3C-463E123807E4}"/>
          </ac:spMkLst>
        </pc:spChg>
        <pc:spChg chg="add mod">
          <ac:chgData name="Kedree Proffitt" userId="cf51b1b7-7481-4dd8-85bf-a141dc4bc53e" providerId="ADAL" clId="{8360808F-ACFE-47DA-9C64-BB0F22B60783}" dt="2025-08-21T22:55:08.578" v="95" actId="14100"/>
          <ac:spMkLst>
            <pc:docMk/>
            <pc:sldMk cId="1449262074" sldId="268"/>
            <ac:spMk id="7" creationId="{89B8B4AA-5003-3169-46B7-4A3D563FE558}"/>
          </ac:spMkLst>
        </pc:spChg>
        <pc:spChg chg="add mod">
          <ac:chgData name="Kedree Proffitt" userId="cf51b1b7-7481-4dd8-85bf-a141dc4bc53e" providerId="ADAL" clId="{8360808F-ACFE-47DA-9C64-BB0F22B60783}" dt="2025-08-21T22:55:15.949" v="97" actId="1076"/>
          <ac:spMkLst>
            <pc:docMk/>
            <pc:sldMk cId="1449262074" sldId="268"/>
            <ac:spMk id="9" creationId="{31380326-98CB-2DFE-B69A-24B8219D92A3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5:34.619" v="101" actId="1076"/>
        <pc:sldMkLst>
          <pc:docMk/>
          <pc:sldMk cId="538828819" sldId="269"/>
        </pc:sldMkLst>
        <pc:spChg chg="add mod">
          <ac:chgData name="Kedree Proffitt" userId="cf51b1b7-7481-4dd8-85bf-a141dc4bc53e" providerId="ADAL" clId="{8360808F-ACFE-47DA-9C64-BB0F22B60783}" dt="2025-08-21T22:55:21.868" v="98" actId="14100"/>
          <ac:spMkLst>
            <pc:docMk/>
            <pc:sldMk cId="538828819" sldId="269"/>
            <ac:spMk id="4" creationId="{E1288CEB-C0B7-2F2E-B1EF-2E7A38E6782D}"/>
          </ac:spMkLst>
        </pc:spChg>
        <pc:spChg chg="add mod">
          <ac:chgData name="Kedree Proffitt" userId="cf51b1b7-7481-4dd8-85bf-a141dc4bc53e" providerId="ADAL" clId="{8360808F-ACFE-47DA-9C64-BB0F22B60783}" dt="2025-08-21T22:55:34.619" v="101" actId="1076"/>
          <ac:spMkLst>
            <pc:docMk/>
            <pc:sldMk cId="538828819" sldId="269"/>
            <ac:spMk id="5" creationId="{D576DAF6-6438-34C4-4B23-F29C7AD269BF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5:52.587" v="108" actId="14100"/>
        <pc:sldMkLst>
          <pc:docMk/>
          <pc:sldMk cId="4181885025" sldId="271"/>
        </pc:sldMkLst>
        <pc:spChg chg="add mod">
          <ac:chgData name="Kedree Proffitt" userId="cf51b1b7-7481-4dd8-85bf-a141dc4bc53e" providerId="ADAL" clId="{8360808F-ACFE-47DA-9C64-BB0F22B60783}" dt="2025-08-21T22:55:36.670" v="102"/>
          <ac:spMkLst>
            <pc:docMk/>
            <pc:sldMk cId="4181885025" sldId="271"/>
            <ac:spMk id="10" creationId="{33083E88-0B49-B078-085A-20613A534750}"/>
          </ac:spMkLst>
        </pc:spChg>
        <pc:spChg chg="add mod">
          <ac:chgData name="Kedree Proffitt" userId="cf51b1b7-7481-4dd8-85bf-a141dc4bc53e" providerId="ADAL" clId="{8360808F-ACFE-47DA-9C64-BB0F22B60783}" dt="2025-08-21T22:55:42.782" v="105" actId="14100"/>
          <ac:spMkLst>
            <pc:docMk/>
            <pc:sldMk cId="4181885025" sldId="271"/>
            <ac:spMk id="12" creationId="{D379809A-DA16-F3F3-325D-169D0FEDF5A0}"/>
          </ac:spMkLst>
        </pc:spChg>
        <pc:spChg chg="add mod">
          <ac:chgData name="Kedree Proffitt" userId="cf51b1b7-7481-4dd8-85bf-a141dc4bc53e" providerId="ADAL" clId="{8360808F-ACFE-47DA-9C64-BB0F22B60783}" dt="2025-08-21T22:55:52.587" v="108" actId="14100"/>
          <ac:spMkLst>
            <pc:docMk/>
            <pc:sldMk cId="4181885025" sldId="271"/>
            <ac:spMk id="13" creationId="{CB41AF82-92F2-F2EC-8370-571C4D88178A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6:19.916" v="118" actId="14100"/>
        <pc:sldMkLst>
          <pc:docMk/>
          <pc:sldMk cId="1775845402" sldId="272"/>
        </pc:sldMkLst>
        <pc:spChg chg="add mod">
          <ac:chgData name="Kedree Proffitt" userId="cf51b1b7-7481-4dd8-85bf-a141dc4bc53e" providerId="ADAL" clId="{8360808F-ACFE-47DA-9C64-BB0F22B60783}" dt="2025-08-21T22:56:05.587" v="112" actId="14100"/>
          <ac:spMkLst>
            <pc:docMk/>
            <pc:sldMk cId="1775845402" sldId="272"/>
            <ac:spMk id="5" creationId="{F52A05A3-85A9-224C-93BA-0D54753E102F}"/>
          </ac:spMkLst>
        </pc:spChg>
        <pc:spChg chg="add mod">
          <ac:chgData name="Kedree Proffitt" userId="cf51b1b7-7481-4dd8-85bf-a141dc4bc53e" providerId="ADAL" clId="{8360808F-ACFE-47DA-9C64-BB0F22B60783}" dt="2025-08-21T22:56:11.936" v="115" actId="14100"/>
          <ac:spMkLst>
            <pc:docMk/>
            <pc:sldMk cId="1775845402" sldId="272"/>
            <ac:spMk id="6" creationId="{5675405F-2CC4-79D1-B3F7-2A3685C01E71}"/>
          </ac:spMkLst>
        </pc:spChg>
        <pc:spChg chg="add mod">
          <ac:chgData name="Kedree Proffitt" userId="cf51b1b7-7481-4dd8-85bf-a141dc4bc53e" providerId="ADAL" clId="{8360808F-ACFE-47DA-9C64-BB0F22B60783}" dt="2025-08-21T22:56:19.916" v="118" actId="14100"/>
          <ac:spMkLst>
            <pc:docMk/>
            <pc:sldMk cId="1775845402" sldId="272"/>
            <ac:spMk id="7" creationId="{5AC28D76-BE55-B2F7-EBC5-8E3B773DD653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7:16.151" v="144" actId="1076"/>
        <pc:sldMkLst>
          <pc:docMk/>
          <pc:sldMk cId="1524193256" sldId="275"/>
        </pc:sldMkLst>
        <pc:spChg chg="add mod">
          <ac:chgData name="Kedree Proffitt" userId="cf51b1b7-7481-4dd8-85bf-a141dc4bc53e" providerId="ADAL" clId="{8360808F-ACFE-47DA-9C64-BB0F22B60783}" dt="2025-08-21T22:56:57.927" v="136" actId="14100"/>
          <ac:spMkLst>
            <pc:docMk/>
            <pc:sldMk cId="1524193256" sldId="275"/>
            <ac:spMk id="4" creationId="{38D38EE9-4D41-0B07-4643-8376A51767E3}"/>
          </ac:spMkLst>
        </pc:spChg>
        <pc:spChg chg="add mod">
          <ac:chgData name="Kedree Proffitt" userId="cf51b1b7-7481-4dd8-85bf-a141dc4bc53e" providerId="ADAL" clId="{8360808F-ACFE-47DA-9C64-BB0F22B60783}" dt="2025-08-21T22:57:05.941" v="139" actId="14100"/>
          <ac:spMkLst>
            <pc:docMk/>
            <pc:sldMk cId="1524193256" sldId="275"/>
            <ac:spMk id="5" creationId="{47D4D9CE-49B8-AA4A-260F-EB1CDAA90CB6}"/>
          </ac:spMkLst>
        </pc:spChg>
        <pc:spChg chg="add mod">
          <ac:chgData name="Kedree Proffitt" userId="cf51b1b7-7481-4dd8-85bf-a141dc4bc53e" providerId="ADAL" clId="{8360808F-ACFE-47DA-9C64-BB0F22B60783}" dt="2025-08-21T22:57:12.894" v="142" actId="14100"/>
          <ac:spMkLst>
            <pc:docMk/>
            <pc:sldMk cId="1524193256" sldId="275"/>
            <ac:spMk id="6" creationId="{71806C9A-3AF8-689B-C6BE-90AE336D6059}"/>
          </ac:spMkLst>
        </pc:spChg>
        <pc:spChg chg="add mod">
          <ac:chgData name="Kedree Proffitt" userId="cf51b1b7-7481-4dd8-85bf-a141dc4bc53e" providerId="ADAL" clId="{8360808F-ACFE-47DA-9C64-BB0F22B60783}" dt="2025-08-21T22:57:16.151" v="144" actId="1076"/>
          <ac:spMkLst>
            <pc:docMk/>
            <pc:sldMk cId="1524193256" sldId="275"/>
            <ac:spMk id="7" creationId="{60F21750-EFC1-BD9E-ED5A-014B190CC346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7:32.183" v="150" actId="14100"/>
        <pc:sldMkLst>
          <pc:docMk/>
          <pc:sldMk cId="3520048093" sldId="277"/>
        </pc:sldMkLst>
        <pc:spChg chg="add mod">
          <ac:chgData name="Kedree Proffitt" userId="cf51b1b7-7481-4dd8-85bf-a141dc4bc53e" providerId="ADAL" clId="{8360808F-ACFE-47DA-9C64-BB0F22B60783}" dt="2025-08-21T22:57:24.300" v="146" actId="1076"/>
          <ac:spMkLst>
            <pc:docMk/>
            <pc:sldMk cId="3520048093" sldId="277"/>
            <ac:spMk id="4" creationId="{90B40F49-EE56-116E-C8D0-1568523F0F12}"/>
          </ac:spMkLst>
        </pc:spChg>
        <pc:spChg chg="add mod">
          <ac:chgData name="Kedree Proffitt" userId="cf51b1b7-7481-4dd8-85bf-a141dc4bc53e" providerId="ADAL" clId="{8360808F-ACFE-47DA-9C64-BB0F22B60783}" dt="2025-08-21T22:57:32.183" v="150" actId="14100"/>
          <ac:spMkLst>
            <pc:docMk/>
            <pc:sldMk cId="3520048093" sldId="277"/>
            <ac:spMk id="5" creationId="{3504065B-E96E-E174-6C3F-BB9EA8AD61C9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8:03.922" v="162" actId="14100"/>
        <pc:sldMkLst>
          <pc:docMk/>
          <pc:sldMk cId="3479319003" sldId="278"/>
        </pc:sldMkLst>
        <pc:spChg chg="add mod">
          <ac:chgData name="Kedree Proffitt" userId="cf51b1b7-7481-4dd8-85bf-a141dc4bc53e" providerId="ADAL" clId="{8360808F-ACFE-47DA-9C64-BB0F22B60783}" dt="2025-08-21T22:57:55.703" v="159" actId="14100"/>
          <ac:spMkLst>
            <pc:docMk/>
            <pc:sldMk cId="3479319003" sldId="278"/>
            <ac:spMk id="3" creationId="{26839472-14F5-6185-E15E-1A09374C4738}"/>
          </ac:spMkLst>
        </pc:spChg>
        <pc:spChg chg="add mod">
          <ac:chgData name="Kedree Proffitt" userId="cf51b1b7-7481-4dd8-85bf-a141dc4bc53e" providerId="ADAL" clId="{8360808F-ACFE-47DA-9C64-BB0F22B60783}" dt="2025-08-21T22:57:58.038" v="160" actId="14100"/>
          <ac:spMkLst>
            <pc:docMk/>
            <pc:sldMk cId="3479319003" sldId="278"/>
            <ac:spMk id="4" creationId="{E77F36AA-FBC4-7D38-EDEB-65CF301B2431}"/>
          </ac:spMkLst>
        </pc:spChg>
        <pc:spChg chg="add mod">
          <ac:chgData name="Kedree Proffitt" userId="cf51b1b7-7481-4dd8-85bf-a141dc4bc53e" providerId="ADAL" clId="{8360808F-ACFE-47DA-9C64-BB0F22B60783}" dt="2025-08-21T22:58:03.922" v="162" actId="14100"/>
          <ac:spMkLst>
            <pc:docMk/>
            <pc:sldMk cId="3479319003" sldId="278"/>
            <ac:spMk id="6" creationId="{0D45A5F5-02D5-5FAF-292E-504CC8D62CDF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8:27.938" v="172" actId="14100"/>
        <pc:sldMkLst>
          <pc:docMk/>
          <pc:sldMk cId="3232922256" sldId="279"/>
        </pc:sldMkLst>
        <pc:spChg chg="add mod">
          <ac:chgData name="Kedree Proffitt" userId="cf51b1b7-7481-4dd8-85bf-a141dc4bc53e" providerId="ADAL" clId="{8360808F-ACFE-47DA-9C64-BB0F22B60783}" dt="2025-08-21T22:58:12.522" v="165" actId="14100"/>
          <ac:spMkLst>
            <pc:docMk/>
            <pc:sldMk cId="3232922256" sldId="279"/>
            <ac:spMk id="9" creationId="{AE2FE04C-056F-6F3D-DF65-A5340E2537ED}"/>
          </ac:spMkLst>
        </pc:spChg>
        <pc:spChg chg="add mod">
          <ac:chgData name="Kedree Proffitt" userId="cf51b1b7-7481-4dd8-85bf-a141dc4bc53e" providerId="ADAL" clId="{8360808F-ACFE-47DA-9C64-BB0F22B60783}" dt="2025-08-21T22:58:17.398" v="167" actId="1076"/>
          <ac:spMkLst>
            <pc:docMk/>
            <pc:sldMk cId="3232922256" sldId="279"/>
            <ac:spMk id="10" creationId="{1C937111-A314-E1B5-C1A8-D027787FFA2A}"/>
          </ac:spMkLst>
        </pc:spChg>
        <pc:spChg chg="add mod">
          <ac:chgData name="Kedree Proffitt" userId="cf51b1b7-7481-4dd8-85bf-a141dc4bc53e" providerId="ADAL" clId="{8360808F-ACFE-47DA-9C64-BB0F22B60783}" dt="2025-08-21T22:58:21.012" v="169" actId="1076"/>
          <ac:spMkLst>
            <pc:docMk/>
            <pc:sldMk cId="3232922256" sldId="279"/>
            <ac:spMk id="11" creationId="{1E61CF25-68D2-2C66-1F3F-6616A1A2C2CF}"/>
          </ac:spMkLst>
        </pc:spChg>
        <pc:spChg chg="add mod">
          <ac:chgData name="Kedree Proffitt" userId="cf51b1b7-7481-4dd8-85bf-a141dc4bc53e" providerId="ADAL" clId="{8360808F-ACFE-47DA-9C64-BB0F22B60783}" dt="2025-08-21T22:58:27.938" v="172" actId="14100"/>
          <ac:spMkLst>
            <pc:docMk/>
            <pc:sldMk cId="3232922256" sldId="279"/>
            <ac:spMk id="12" creationId="{9F823AE9-9F68-8F05-96D8-E4A8A04CC332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9:30.296" v="193" actId="14100"/>
        <pc:sldMkLst>
          <pc:docMk/>
          <pc:sldMk cId="4207430746" sldId="280"/>
        </pc:sldMkLst>
        <pc:spChg chg="add mod">
          <ac:chgData name="Kedree Proffitt" userId="cf51b1b7-7481-4dd8-85bf-a141dc4bc53e" providerId="ADAL" clId="{8360808F-ACFE-47DA-9C64-BB0F22B60783}" dt="2025-08-21T22:59:17.383" v="188" actId="14100"/>
          <ac:spMkLst>
            <pc:docMk/>
            <pc:sldMk cId="4207430746" sldId="280"/>
            <ac:spMk id="6" creationId="{DFBECE47-6107-6501-3753-AA03EAA68B1D}"/>
          </ac:spMkLst>
        </pc:spChg>
        <pc:spChg chg="add mod">
          <ac:chgData name="Kedree Proffitt" userId="cf51b1b7-7481-4dd8-85bf-a141dc4bc53e" providerId="ADAL" clId="{8360808F-ACFE-47DA-9C64-BB0F22B60783}" dt="2025-08-21T22:59:30.296" v="193" actId="14100"/>
          <ac:spMkLst>
            <pc:docMk/>
            <pc:sldMk cId="4207430746" sldId="280"/>
            <ac:spMk id="7" creationId="{5A7859D9-DDE3-0F98-5425-4EA295C650F8}"/>
          </ac:spMkLst>
        </pc:spChg>
      </pc:sldChg>
      <pc:sldChg chg="addSp modSp mod modAnim">
        <pc:chgData name="Kedree Proffitt" userId="cf51b1b7-7481-4dd8-85bf-a141dc4bc53e" providerId="ADAL" clId="{8360808F-ACFE-47DA-9C64-BB0F22B60783}" dt="2025-08-21T22:58:56.049" v="180" actId="14100"/>
        <pc:sldMkLst>
          <pc:docMk/>
          <pc:sldMk cId="1818326900" sldId="284"/>
        </pc:sldMkLst>
        <pc:spChg chg="add mod">
          <ac:chgData name="Kedree Proffitt" userId="cf51b1b7-7481-4dd8-85bf-a141dc4bc53e" providerId="ADAL" clId="{8360808F-ACFE-47DA-9C64-BB0F22B60783}" dt="2025-08-21T22:58:56.049" v="180" actId="14100"/>
          <ac:spMkLst>
            <pc:docMk/>
            <pc:sldMk cId="1818326900" sldId="284"/>
            <ac:spMk id="6" creationId="{5D549542-CC11-397B-BD44-559F7AAE0386}"/>
          </ac:spMkLst>
        </pc:spChg>
      </pc:sldChg>
      <pc:sldChg chg="addSp delSp add del setBg delDesignElem">
        <pc:chgData name="Kedree Proffitt" userId="cf51b1b7-7481-4dd8-85bf-a141dc4bc53e" providerId="ADAL" clId="{8360808F-ACFE-47DA-9C64-BB0F22B60783}" dt="2025-08-21T22:59:04.712" v="183"/>
        <pc:sldMkLst>
          <pc:docMk/>
          <pc:sldMk cId="2760812891" sldId="28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87582E-37ED-43C7-B6DC-77857086DEE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77EC58F-7BAE-4F66-8AAB-3D6BD623963C}">
      <dgm:prSet/>
      <dgm:spPr/>
      <dgm:t>
        <a:bodyPr/>
        <a:lstStyle/>
        <a:p>
          <a:r>
            <a:rPr lang="en-US" dirty="0"/>
            <a:t>X-rays and radioactivity discovered BEFORE Rutherford Atom Model (1895 – </a:t>
          </a:r>
          <a:r>
            <a:rPr lang="en-US" b="1" dirty="0"/>
            <a:t>Roentgen</a:t>
          </a:r>
          <a:r>
            <a:rPr lang="en-US" dirty="0"/>
            <a:t>, 1896 – </a:t>
          </a:r>
          <a:r>
            <a:rPr lang="en-US" b="1" dirty="0"/>
            <a:t>Becquerel</a:t>
          </a:r>
          <a:r>
            <a:rPr lang="en-US" dirty="0"/>
            <a:t>)</a:t>
          </a:r>
        </a:p>
      </dgm:t>
    </dgm:pt>
    <dgm:pt modelId="{85227ED8-2858-482E-8C62-12307DC89DEA}" type="parTrans" cxnId="{25FBF722-9FA2-4405-8F30-F36A1E24A558}">
      <dgm:prSet/>
      <dgm:spPr/>
      <dgm:t>
        <a:bodyPr/>
        <a:lstStyle/>
        <a:p>
          <a:endParaRPr lang="en-US"/>
        </a:p>
      </dgm:t>
    </dgm:pt>
    <dgm:pt modelId="{E8BEC858-7E0A-475B-A8A3-22246C245FD6}" type="sibTrans" cxnId="{25FBF722-9FA2-4405-8F30-F36A1E24A558}">
      <dgm:prSet/>
      <dgm:spPr/>
      <dgm:t>
        <a:bodyPr/>
        <a:lstStyle/>
        <a:p>
          <a:endParaRPr lang="en-US"/>
        </a:p>
      </dgm:t>
    </dgm:pt>
    <dgm:pt modelId="{1117EAED-3E27-43A4-AADC-90F8B6A954DC}">
      <dgm:prSet/>
      <dgm:spPr/>
      <dgm:t>
        <a:bodyPr/>
        <a:lstStyle/>
        <a:p>
          <a:r>
            <a:rPr lang="en-US"/>
            <a:t>Next model says atoms consist of a nucleus of positive charge with a negative charge outside (1910 – </a:t>
          </a:r>
          <a:r>
            <a:rPr lang="en-US" b="1"/>
            <a:t>Rutherford</a:t>
          </a:r>
          <a:r>
            <a:rPr lang="en-US"/>
            <a:t>)</a:t>
          </a:r>
        </a:p>
      </dgm:t>
    </dgm:pt>
    <dgm:pt modelId="{F515B67E-5A11-4035-96DD-DB6C6AB2A600}" type="parTrans" cxnId="{53C02A12-4617-48CD-9576-DB3EE986D189}">
      <dgm:prSet/>
      <dgm:spPr/>
      <dgm:t>
        <a:bodyPr/>
        <a:lstStyle/>
        <a:p>
          <a:endParaRPr lang="en-US"/>
        </a:p>
      </dgm:t>
    </dgm:pt>
    <dgm:pt modelId="{E25FE9C4-1B95-4E04-BCB4-3ADA5AE65A67}" type="sibTrans" cxnId="{53C02A12-4617-48CD-9576-DB3EE986D189}">
      <dgm:prSet/>
      <dgm:spPr/>
      <dgm:t>
        <a:bodyPr/>
        <a:lstStyle/>
        <a:p>
          <a:endParaRPr lang="en-US"/>
        </a:p>
      </dgm:t>
    </dgm:pt>
    <dgm:pt modelId="{4900462C-A2C8-45A5-96AE-E9A13185C7A1}">
      <dgm:prSet/>
      <dgm:spPr/>
      <dgm:t>
        <a:bodyPr/>
        <a:lstStyle/>
        <a:p>
          <a:r>
            <a:rPr lang="en-US"/>
            <a:t>Under Rutherford’s model the shell should collapse, Bohr’s Model introduces electron SHELLS with Pauli’s Exclusion Principle (1913 – </a:t>
          </a:r>
          <a:r>
            <a:rPr lang="en-US" b="1"/>
            <a:t>Bohr</a:t>
          </a:r>
          <a:r>
            <a:rPr lang="en-US"/>
            <a:t>, 1925 – </a:t>
          </a:r>
          <a:r>
            <a:rPr lang="en-US" b="1"/>
            <a:t>Pauli</a:t>
          </a:r>
          <a:r>
            <a:rPr lang="en-US"/>
            <a:t>)</a:t>
          </a:r>
        </a:p>
      </dgm:t>
    </dgm:pt>
    <dgm:pt modelId="{DE59D241-85D9-4E53-BA4B-8591B21A1318}" type="parTrans" cxnId="{155758DE-9554-40D7-B227-4690062132EE}">
      <dgm:prSet/>
      <dgm:spPr/>
      <dgm:t>
        <a:bodyPr/>
        <a:lstStyle/>
        <a:p>
          <a:endParaRPr lang="en-US"/>
        </a:p>
      </dgm:t>
    </dgm:pt>
    <dgm:pt modelId="{794C09C3-86BF-4D26-AF4D-F9156D3B2FCB}" type="sibTrans" cxnId="{155758DE-9554-40D7-B227-4690062132EE}">
      <dgm:prSet/>
      <dgm:spPr/>
      <dgm:t>
        <a:bodyPr/>
        <a:lstStyle/>
        <a:p>
          <a:endParaRPr lang="en-US"/>
        </a:p>
      </dgm:t>
    </dgm:pt>
    <dgm:pt modelId="{242F0C89-F2EE-42B1-98C8-526D220104E7}">
      <dgm:prSet/>
      <dgm:spPr/>
      <dgm:t>
        <a:bodyPr/>
        <a:lstStyle/>
        <a:p>
          <a:r>
            <a:rPr lang="en-US"/>
            <a:t>Modern model says the electrons exist in wibbly wobbly timey wimey cloud</a:t>
          </a:r>
        </a:p>
      </dgm:t>
    </dgm:pt>
    <dgm:pt modelId="{C4E177B0-0EA0-47B2-B2A3-4468169B9CF8}" type="parTrans" cxnId="{E7A05851-E058-49DA-86D1-9FE5F95FBF7A}">
      <dgm:prSet/>
      <dgm:spPr/>
      <dgm:t>
        <a:bodyPr/>
        <a:lstStyle/>
        <a:p>
          <a:endParaRPr lang="en-US"/>
        </a:p>
      </dgm:t>
    </dgm:pt>
    <dgm:pt modelId="{B97BF3B5-4A8F-46CD-AAF0-A164B5434C60}" type="sibTrans" cxnId="{E7A05851-E058-49DA-86D1-9FE5F95FBF7A}">
      <dgm:prSet/>
      <dgm:spPr/>
      <dgm:t>
        <a:bodyPr/>
        <a:lstStyle/>
        <a:p>
          <a:endParaRPr lang="en-US"/>
        </a:p>
      </dgm:t>
    </dgm:pt>
    <dgm:pt modelId="{B8DDAD05-9CCF-4DB2-AE46-B7DC726FF0C2}" type="pres">
      <dgm:prSet presAssocID="{5487582E-37ED-43C7-B6DC-77857086DEEB}" presName="vert0" presStyleCnt="0">
        <dgm:presLayoutVars>
          <dgm:dir/>
          <dgm:animOne val="branch"/>
          <dgm:animLvl val="lvl"/>
        </dgm:presLayoutVars>
      </dgm:prSet>
      <dgm:spPr/>
    </dgm:pt>
    <dgm:pt modelId="{C71CCFE9-55AD-4618-8F7C-9A950D35EB9A}" type="pres">
      <dgm:prSet presAssocID="{F77EC58F-7BAE-4F66-8AAB-3D6BD623963C}" presName="thickLine" presStyleLbl="alignNode1" presStyleIdx="0" presStyleCnt="4"/>
      <dgm:spPr/>
    </dgm:pt>
    <dgm:pt modelId="{E6BAF76C-196A-41A2-AF14-DB3E4F9A8A53}" type="pres">
      <dgm:prSet presAssocID="{F77EC58F-7BAE-4F66-8AAB-3D6BD623963C}" presName="horz1" presStyleCnt="0"/>
      <dgm:spPr/>
    </dgm:pt>
    <dgm:pt modelId="{E91D1831-9B6A-48C8-8404-F59103DF54C2}" type="pres">
      <dgm:prSet presAssocID="{F77EC58F-7BAE-4F66-8AAB-3D6BD623963C}" presName="tx1" presStyleLbl="revTx" presStyleIdx="0" presStyleCnt="4"/>
      <dgm:spPr/>
    </dgm:pt>
    <dgm:pt modelId="{CF676EE7-7F66-4DF6-A985-1815BCE27F0F}" type="pres">
      <dgm:prSet presAssocID="{F77EC58F-7BAE-4F66-8AAB-3D6BD623963C}" presName="vert1" presStyleCnt="0"/>
      <dgm:spPr/>
    </dgm:pt>
    <dgm:pt modelId="{FD6F84DF-86C3-46A0-B7F5-6FC7E806A5EE}" type="pres">
      <dgm:prSet presAssocID="{1117EAED-3E27-43A4-AADC-90F8B6A954DC}" presName="thickLine" presStyleLbl="alignNode1" presStyleIdx="1" presStyleCnt="4"/>
      <dgm:spPr/>
    </dgm:pt>
    <dgm:pt modelId="{D18A2018-8BDF-40C6-B01E-10087E9B525C}" type="pres">
      <dgm:prSet presAssocID="{1117EAED-3E27-43A4-AADC-90F8B6A954DC}" presName="horz1" presStyleCnt="0"/>
      <dgm:spPr/>
    </dgm:pt>
    <dgm:pt modelId="{5BA9077B-5E58-4D1F-841F-58F5ACBEE626}" type="pres">
      <dgm:prSet presAssocID="{1117EAED-3E27-43A4-AADC-90F8B6A954DC}" presName="tx1" presStyleLbl="revTx" presStyleIdx="1" presStyleCnt="4"/>
      <dgm:spPr/>
    </dgm:pt>
    <dgm:pt modelId="{58F764DC-03FB-4E76-B916-0D7BDFCFA0E7}" type="pres">
      <dgm:prSet presAssocID="{1117EAED-3E27-43A4-AADC-90F8B6A954DC}" presName="vert1" presStyleCnt="0"/>
      <dgm:spPr/>
    </dgm:pt>
    <dgm:pt modelId="{26AE1BE2-8C20-4607-A629-ABDF8F8AF159}" type="pres">
      <dgm:prSet presAssocID="{4900462C-A2C8-45A5-96AE-E9A13185C7A1}" presName="thickLine" presStyleLbl="alignNode1" presStyleIdx="2" presStyleCnt="4"/>
      <dgm:spPr/>
    </dgm:pt>
    <dgm:pt modelId="{774AD9D1-B5EF-46C1-8C63-006FC37FEDEA}" type="pres">
      <dgm:prSet presAssocID="{4900462C-A2C8-45A5-96AE-E9A13185C7A1}" presName="horz1" presStyleCnt="0"/>
      <dgm:spPr/>
    </dgm:pt>
    <dgm:pt modelId="{081F8BDB-EE77-43F4-AC57-D03C97705DEC}" type="pres">
      <dgm:prSet presAssocID="{4900462C-A2C8-45A5-96AE-E9A13185C7A1}" presName="tx1" presStyleLbl="revTx" presStyleIdx="2" presStyleCnt="4"/>
      <dgm:spPr/>
    </dgm:pt>
    <dgm:pt modelId="{9D000A4F-AF19-4EF8-8856-476E268A5B23}" type="pres">
      <dgm:prSet presAssocID="{4900462C-A2C8-45A5-96AE-E9A13185C7A1}" presName="vert1" presStyleCnt="0"/>
      <dgm:spPr/>
    </dgm:pt>
    <dgm:pt modelId="{1B10EA47-6D64-4560-A359-3D4866D8197C}" type="pres">
      <dgm:prSet presAssocID="{242F0C89-F2EE-42B1-98C8-526D220104E7}" presName="thickLine" presStyleLbl="alignNode1" presStyleIdx="3" presStyleCnt="4"/>
      <dgm:spPr/>
    </dgm:pt>
    <dgm:pt modelId="{7413E138-1134-433C-AAB4-96DFBCA2E320}" type="pres">
      <dgm:prSet presAssocID="{242F0C89-F2EE-42B1-98C8-526D220104E7}" presName="horz1" presStyleCnt="0"/>
      <dgm:spPr/>
    </dgm:pt>
    <dgm:pt modelId="{31D026DB-91B1-4AEF-88B5-E1F1429D2BB9}" type="pres">
      <dgm:prSet presAssocID="{242F0C89-F2EE-42B1-98C8-526D220104E7}" presName="tx1" presStyleLbl="revTx" presStyleIdx="3" presStyleCnt="4"/>
      <dgm:spPr/>
    </dgm:pt>
    <dgm:pt modelId="{8BA15CCB-A398-4778-B74C-312BABE88282}" type="pres">
      <dgm:prSet presAssocID="{242F0C89-F2EE-42B1-98C8-526D220104E7}" presName="vert1" presStyleCnt="0"/>
      <dgm:spPr/>
    </dgm:pt>
  </dgm:ptLst>
  <dgm:cxnLst>
    <dgm:cxn modelId="{53C02A12-4617-48CD-9576-DB3EE986D189}" srcId="{5487582E-37ED-43C7-B6DC-77857086DEEB}" destId="{1117EAED-3E27-43A4-AADC-90F8B6A954DC}" srcOrd="1" destOrd="0" parTransId="{F515B67E-5A11-4035-96DD-DB6C6AB2A600}" sibTransId="{E25FE9C4-1B95-4E04-BCB4-3ADA5AE65A67}"/>
    <dgm:cxn modelId="{25FBF722-9FA2-4405-8F30-F36A1E24A558}" srcId="{5487582E-37ED-43C7-B6DC-77857086DEEB}" destId="{F77EC58F-7BAE-4F66-8AAB-3D6BD623963C}" srcOrd="0" destOrd="0" parTransId="{85227ED8-2858-482E-8C62-12307DC89DEA}" sibTransId="{E8BEC858-7E0A-475B-A8A3-22246C245FD6}"/>
    <dgm:cxn modelId="{E5391035-287C-4C6B-A132-34B4A3A31B8B}" type="presOf" srcId="{5487582E-37ED-43C7-B6DC-77857086DEEB}" destId="{B8DDAD05-9CCF-4DB2-AE46-B7DC726FF0C2}" srcOrd="0" destOrd="0" presId="urn:microsoft.com/office/officeart/2008/layout/LinedList"/>
    <dgm:cxn modelId="{409D2268-2EF4-4594-BB9B-0154A2A29C54}" type="presOf" srcId="{1117EAED-3E27-43A4-AADC-90F8B6A954DC}" destId="{5BA9077B-5E58-4D1F-841F-58F5ACBEE626}" srcOrd="0" destOrd="0" presId="urn:microsoft.com/office/officeart/2008/layout/LinedList"/>
    <dgm:cxn modelId="{E7A05851-E058-49DA-86D1-9FE5F95FBF7A}" srcId="{5487582E-37ED-43C7-B6DC-77857086DEEB}" destId="{242F0C89-F2EE-42B1-98C8-526D220104E7}" srcOrd="3" destOrd="0" parTransId="{C4E177B0-0EA0-47B2-B2A3-4468169B9CF8}" sibTransId="{B97BF3B5-4A8F-46CD-AAF0-A164B5434C60}"/>
    <dgm:cxn modelId="{905D23A6-4147-46B6-B170-3315E138BAC0}" type="presOf" srcId="{F77EC58F-7BAE-4F66-8AAB-3D6BD623963C}" destId="{E91D1831-9B6A-48C8-8404-F59103DF54C2}" srcOrd="0" destOrd="0" presId="urn:microsoft.com/office/officeart/2008/layout/LinedList"/>
    <dgm:cxn modelId="{1D3D1DC1-092C-470A-BC62-81AC08841A71}" type="presOf" srcId="{4900462C-A2C8-45A5-96AE-E9A13185C7A1}" destId="{081F8BDB-EE77-43F4-AC57-D03C97705DEC}" srcOrd="0" destOrd="0" presId="urn:microsoft.com/office/officeart/2008/layout/LinedList"/>
    <dgm:cxn modelId="{155758DE-9554-40D7-B227-4690062132EE}" srcId="{5487582E-37ED-43C7-B6DC-77857086DEEB}" destId="{4900462C-A2C8-45A5-96AE-E9A13185C7A1}" srcOrd="2" destOrd="0" parTransId="{DE59D241-85D9-4E53-BA4B-8591B21A1318}" sibTransId="{794C09C3-86BF-4D26-AF4D-F9156D3B2FCB}"/>
    <dgm:cxn modelId="{7F0380FA-411B-4E73-9B04-5754E8B3571C}" type="presOf" srcId="{242F0C89-F2EE-42B1-98C8-526D220104E7}" destId="{31D026DB-91B1-4AEF-88B5-E1F1429D2BB9}" srcOrd="0" destOrd="0" presId="urn:microsoft.com/office/officeart/2008/layout/LinedList"/>
    <dgm:cxn modelId="{178240E2-6B65-4A58-AA0E-D9DB51AE1C19}" type="presParOf" srcId="{B8DDAD05-9CCF-4DB2-AE46-B7DC726FF0C2}" destId="{C71CCFE9-55AD-4618-8F7C-9A950D35EB9A}" srcOrd="0" destOrd="0" presId="urn:microsoft.com/office/officeart/2008/layout/LinedList"/>
    <dgm:cxn modelId="{D99BE35C-EDE1-446F-9616-48070F013ADD}" type="presParOf" srcId="{B8DDAD05-9CCF-4DB2-AE46-B7DC726FF0C2}" destId="{E6BAF76C-196A-41A2-AF14-DB3E4F9A8A53}" srcOrd="1" destOrd="0" presId="urn:microsoft.com/office/officeart/2008/layout/LinedList"/>
    <dgm:cxn modelId="{E1145504-49E8-42FA-AABE-D61BDBC42507}" type="presParOf" srcId="{E6BAF76C-196A-41A2-AF14-DB3E4F9A8A53}" destId="{E91D1831-9B6A-48C8-8404-F59103DF54C2}" srcOrd="0" destOrd="0" presId="urn:microsoft.com/office/officeart/2008/layout/LinedList"/>
    <dgm:cxn modelId="{BDC1FE45-16CA-4577-B050-248327554471}" type="presParOf" srcId="{E6BAF76C-196A-41A2-AF14-DB3E4F9A8A53}" destId="{CF676EE7-7F66-4DF6-A985-1815BCE27F0F}" srcOrd="1" destOrd="0" presId="urn:microsoft.com/office/officeart/2008/layout/LinedList"/>
    <dgm:cxn modelId="{6673FC76-4EE5-4B9B-BD42-4C2DE78F0608}" type="presParOf" srcId="{B8DDAD05-9CCF-4DB2-AE46-B7DC726FF0C2}" destId="{FD6F84DF-86C3-46A0-B7F5-6FC7E806A5EE}" srcOrd="2" destOrd="0" presId="urn:microsoft.com/office/officeart/2008/layout/LinedList"/>
    <dgm:cxn modelId="{38A1B1EC-5E2F-4F0E-BEF5-16FF4DC69D49}" type="presParOf" srcId="{B8DDAD05-9CCF-4DB2-AE46-B7DC726FF0C2}" destId="{D18A2018-8BDF-40C6-B01E-10087E9B525C}" srcOrd="3" destOrd="0" presId="urn:microsoft.com/office/officeart/2008/layout/LinedList"/>
    <dgm:cxn modelId="{B3652812-8189-4A52-AC84-41489456EFDE}" type="presParOf" srcId="{D18A2018-8BDF-40C6-B01E-10087E9B525C}" destId="{5BA9077B-5E58-4D1F-841F-58F5ACBEE626}" srcOrd="0" destOrd="0" presId="urn:microsoft.com/office/officeart/2008/layout/LinedList"/>
    <dgm:cxn modelId="{CDBD56FE-2F8E-4566-992F-4D25DAD6845E}" type="presParOf" srcId="{D18A2018-8BDF-40C6-B01E-10087E9B525C}" destId="{58F764DC-03FB-4E76-B916-0D7BDFCFA0E7}" srcOrd="1" destOrd="0" presId="urn:microsoft.com/office/officeart/2008/layout/LinedList"/>
    <dgm:cxn modelId="{F4238319-D55C-4BC1-A957-DE1BD39E7300}" type="presParOf" srcId="{B8DDAD05-9CCF-4DB2-AE46-B7DC726FF0C2}" destId="{26AE1BE2-8C20-4607-A629-ABDF8F8AF159}" srcOrd="4" destOrd="0" presId="urn:microsoft.com/office/officeart/2008/layout/LinedList"/>
    <dgm:cxn modelId="{E20D691D-2CD3-4DEF-BA2B-F356F2C40FC7}" type="presParOf" srcId="{B8DDAD05-9CCF-4DB2-AE46-B7DC726FF0C2}" destId="{774AD9D1-B5EF-46C1-8C63-006FC37FEDEA}" srcOrd="5" destOrd="0" presId="urn:microsoft.com/office/officeart/2008/layout/LinedList"/>
    <dgm:cxn modelId="{DFD0253E-CEB8-46F4-8C56-8DD95EFEE964}" type="presParOf" srcId="{774AD9D1-B5EF-46C1-8C63-006FC37FEDEA}" destId="{081F8BDB-EE77-43F4-AC57-D03C97705DEC}" srcOrd="0" destOrd="0" presId="urn:microsoft.com/office/officeart/2008/layout/LinedList"/>
    <dgm:cxn modelId="{6DF2AB01-2274-4C47-8609-9E48964B0580}" type="presParOf" srcId="{774AD9D1-B5EF-46C1-8C63-006FC37FEDEA}" destId="{9D000A4F-AF19-4EF8-8856-476E268A5B23}" srcOrd="1" destOrd="0" presId="urn:microsoft.com/office/officeart/2008/layout/LinedList"/>
    <dgm:cxn modelId="{2A487470-BE5E-4BDD-9F81-F1F37C71913F}" type="presParOf" srcId="{B8DDAD05-9CCF-4DB2-AE46-B7DC726FF0C2}" destId="{1B10EA47-6D64-4560-A359-3D4866D8197C}" srcOrd="6" destOrd="0" presId="urn:microsoft.com/office/officeart/2008/layout/LinedList"/>
    <dgm:cxn modelId="{E6A28FF8-CEA4-4466-B7BC-F332B0C1DBB9}" type="presParOf" srcId="{B8DDAD05-9CCF-4DB2-AE46-B7DC726FF0C2}" destId="{7413E138-1134-433C-AAB4-96DFBCA2E320}" srcOrd="7" destOrd="0" presId="urn:microsoft.com/office/officeart/2008/layout/LinedList"/>
    <dgm:cxn modelId="{681453B5-9898-475E-B359-AACEC64F6F46}" type="presParOf" srcId="{7413E138-1134-433C-AAB4-96DFBCA2E320}" destId="{31D026DB-91B1-4AEF-88B5-E1F1429D2BB9}" srcOrd="0" destOrd="0" presId="urn:microsoft.com/office/officeart/2008/layout/LinedList"/>
    <dgm:cxn modelId="{A90550CD-F479-4226-A12D-8F624A06C93E}" type="presParOf" srcId="{7413E138-1134-433C-AAB4-96DFBCA2E320}" destId="{8BA15CCB-A398-4778-B74C-312BABE882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8E3ECB-58FF-4BC2-8A91-1341B9DCE54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0ABABDE-B65E-45EE-AB21-684BBE695CEB}">
      <dgm:prSet/>
      <dgm:spPr/>
      <dgm:t>
        <a:bodyPr/>
        <a:lstStyle/>
        <a:p>
          <a:r>
            <a:rPr lang="en-US" dirty="0"/>
            <a:t>Isom</a:t>
          </a:r>
          <a:r>
            <a:rPr lang="en-US" b="1" dirty="0"/>
            <a:t>e</a:t>
          </a:r>
          <a:r>
            <a:rPr lang="en-US" dirty="0"/>
            <a:t>rs – Same element and # nucleons, different energy state</a:t>
          </a:r>
        </a:p>
      </dgm:t>
    </dgm:pt>
    <dgm:pt modelId="{51D80A2C-2544-4FD3-B35E-E77271BF7F99}" type="parTrans" cxnId="{C82A3EAB-B80F-441D-A9FC-A2AACDCC4275}">
      <dgm:prSet/>
      <dgm:spPr/>
      <dgm:t>
        <a:bodyPr/>
        <a:lstStyle/>
        <a:p>
          <a:endParaRPr lang="en-US"/>
        </a:p>
      </dgm:t>
    </dgm:pt>
    <dgm:pt modelId="{31F07F92-E560-44FE-8631-B8E432C2307E}" type="sibTrans" cxnId="{C82A3EAB-B80F-441D-A9FC-A2AACDCC4275}">
      <dgm:prSet/>
      <dgm:spPr/>
      <dgm:t>
        <a:bodyPr/>
        <a:lstStyle/>
        <a:p>
          <a:endParaRPr lang="en-US"/>
        </a:p>
      </dgm:t>
    </dgm:pt>
    <dgm:pt modelId="{6902BF1B-18BF-4F67-891E-1EF7AE10C40D}">
      <dgm:prSet/>
      <dgm:spPr/>
      <dgm:t>
        <a:bodyPr/>
        <a:lstStyle/>
        <a:p>
          <a:pPr>
            <a:buNone/>
          </a:pPr>
          <a:r>
            <a:rPr lang="en-US" dirty="0"/>
            <a:t>(Tc-99 / Tc-99m)</a:t>
          </a:r>
        </a:p>
      </dgm:t>
    </dgm:pt>
    <dgm:pt modelId="{A365C52E-B87C-4FA4-ACCF-598956759B4F}" type="parTrans" cxnId="{6F787679-2DFC-42BC-8CDB-E75919EA1C35}">
      <dgm:prSet/>
      <dgm:spPr/>
      <dgm:t>
        <a:bodyPr/>
        <a:lstStyle/>
        <a:p>
          <a:endParaRPr lang="en-US"/>
        </a:p>
      </dgm:t>
    </dgm:pt>
    <dgm:pt modelId="{3E4E3E98-85F1-4E1A-8397-C674DDB286FA}" type="sibTrans" cxnId="{6F787679-2DFC-42BC-8CDB-E75919EA1C35}">
      <dgm:prSet/>
      <dgm:spPr/>
      <dgm:t>
        <a:bodyPr/>
        <a:lstStyle/>
        <a:p>
          <a:endParaRPr lang="en-US"/>
        </a:p>
      </dgm:t>
    </dgm:pt>
    <dgm:pt modelId="{7C86FA76-5EF3-4670-807B-422624E205A3}">
      <dgm:prSet/>
      <dgm:spPr/>
      <dgm:t>
        <a:bodyPr/>
        <a:lstStyle/>
        <a:p>
          <a:r>
            <a:rPr lang="en-US"/>
            <a:t>Isob</a:t>
          </a:r>
          <a:r>
            <a:rPr lang="en-US" b="1"/>
            <a:t>a</a:t>
          </a:r>
          <a:r>
            <a:rPr lang="en-US"/>
            <a:t>rs – Same # nucleons, different element</a:t>
          </a:r>
        </a:p>
      </dgm:t>
    </dgm:pt>
    <dgm:pt modelId="{0B20E60D-5266-4512-BEFE-C89476F80FA9}" type="parTrans" cxnId="{B5E86821-1B16-4300-B657-698DF70D0773}">
      <dgm:prSet/>
      <dgm:spPr/>
      <dgm:t>
        <a:bodyPr/>
        <a:lstStyle/>
        <a:p>
          <a:endParaRPr lang="en-US"/>
        </a:p>
      </dgm:t>
    </dgm:pt>
    <dgm:pt modelId="{E920A722-DAC6-4A6F-B402-ED8A2B649269}" type="sibTrans" cxnId="{B5E86821-1B16-4300-B657-698DF70D0773}">
      <dgm:prSet/>
      <dgm:spPr/>
      <dgm:t>
        <a:bodyPr/>
        <a:lstStyle/>
        <a:p>
          <a:endParaRPr lang="en-US"/>
        </a:p>
      </dgm:t>
    </dgm:pt>
    <dgm:pt modelId="{72F769B2-94E7-4B09-B268-3B1022F44741}">
      <dgm:prSet/>
      <dgm:spPr/>
      <dgm:t>
        <a:bodyPr/>
        <a:lstStyle/>
        <a:p>
          <a:pPr>
            <a:buNone/>
          </a:pPr>
          <a:r>
            <a:rPr lang="en-US" dirty="0"/>
            <a:t>(Ca-40 / K-40)</a:t>
          </a:r>
        </a:p>
      </dgm:t>
    </dgm:pt>
    <dgm:pt modelId="{F575135F-6BE8-4859-A902-361ECF49B134}" type="parTrans" cxnId="{9F1AF9A6-A382-424A-8499-729746898678}">
      <dgm:prSet/>
      <dgm:spPr/>
      <dgm:t>
        <a:bodyPr/>
        <a:lstStyle/>
        <a:p>
          <a:endParaRPr lang="en-US"/>
        </a:p>
      </dgm:t>
    </dgm:pt>
    <dgm:pt modelId="{2082B566-05CE-4F44-B7E7-5D4E20D33B7B}" type="sibTrans" cxnId="{9F1AF9A6-A382-424A-8499-729746898678}">
      <dgm:prSet/>
      <dgm:spPr/>
      <dgm:t>
        <a:bodyPr/>
        <a:lstStyle/>
        <a:p>
          <a:endParaRPr lang="en-US"/>
        </a:p>
      </dgm:t>
    </dgm:pt>
    <dgm:pt modelId="{DC4286D4-5AE0-4E8D-A464-825A35FC1F20}">
      <dgm:prSet/>
      <dgm:spPr/>
      <dgm:t>
        <a:bodyPr/>
        <a:lstStyle/>
        <a:p>
          <a:r>
            <a:rPr lang="en-US"/>
            <a:t>Isoto</a:t>
          </a:r>
          <a:r>
            <a:rPr lang="en-US" b="1"/>
            <a:t>n</a:t>
          </a:r>
          <a:r>
            <a:rPr lang="en-US"/>
            <a:t>es – Same # neutrons, different element</a:t>
          </a:r>
        </a:p>
      </dgm:t>
    </dgm:pt>
    <dgm:pt modelId="{7A133B5F-35BC-4BDD-846B-BE561B238A31}" type="parTrans" cxnId="{CF847D21-649D-4C6A-9F81-C7222C950C5E}">
      <dgm:prSet/>
      <dgm:spPr/>
      <dgm:t>
        <a:bodyPr/>
        <a:lstStyle/>
        <a:p>
          <a:endParaRPr lang="en-US"/>
        </a:p>
      </dgm:t>
    </dgm:pt>
    <dgm:pt modelId="{74F5CCA8-37FA-4A61-8E11-29481AD056FC}" type="sibTrans" cxnId="{CF847D21-649D-4C6A-9F81-C7222C950C5E}">
      <dgm:prSet/>
      <dgm:spPr/>
      <dgm:t>
        <a:bodyPr/>
        <a:lstStyle/>
        <a:p>
          <a:endParaRPr lang="en-US"/>
        </a:p>
      </dgm:t>
    </dgm:pt>
    <dgm:pt modelId="{5F70066D-D184-47AA-B389-54195CBA03A3}">
      <dgm:prSet/>
      <dgm:spPr/>
      <dgm:t>
        <a:bodyPr/>
        <a:lstStyle/>
        <a:p>
          <a:pPr>
            <a:buNone/>
          </a:pPr>
          <a:r>
            <a:rPr lang="en-US" dirty="0"/>
            <a:t>(B-12 / C-13)</a:t>
          </a:r>
        </a:p>
      </dgm:t>
    </dgm:pt>
    <dgm:pt modelId="{7CAB5376-546C-4DB3-B3B8-C6BAB5E499E1}" type="parTrans" cxnId="{BFB75ABD-D320-48D9-8AB1-0CFCD25E30DA}">
      <dgm:prSet/>
      <dgm:spPr/>
      <dgm:t>
        <a:bodyPr/>
        <a:lstStyle/>
        <a:p>
          <a:endParaRPr lang="en-US"/>
        </a:p>
      </dgm:t>
    </dgm:pt>
    <dgm:pt modelId="{C7BF4CDB-66C6-4844-8C1B-E48AC9D334FF}" type="sibTrans" cxnId="{BFB75ABD-D320-48D9-8AB1-0CFCD25E30DA}">
      <dgm:prSet/>
      <dgm:spPr/>
      <dgm:t>
        <a:bodyPr/>
        <a:lstStyle/>
        <a:p>
          <a:endParaRPr lang="en-US"/>
        </a:p>
      </dgm:t>
    </dgm:pt>
    <dgm:pt modelId="{17D7BD3A-D43B-4200-8D91-CDADD9B1CA97}">
      <dgm:prSet/>
      <dgm:spPr/>
      <dgm:t>
        <a:bodyPr/>
        <a:lstStyle/>
        <a:p>
          <a:r>
            <a:rPr lang="en-US"/>
            <a:t>Isoto</a:t>
          </a:r>
          <a:r>
            <a:rPr lang="en-US" b="1"/>
            <a:t>p</a:t>
          </a:r>
          <a:r>
            <a:rPr lang="en-US"/>
            <a:t>es – Same element, different # nucleons</a:t>
          </a:r>
        </a:p>
      </dgm:t>
    </dgm:pt>
    <dgm:pt modelId="{6D76EBD1-472F-4D4F-9441-F0591B644C04}" type="parTrans" cxnId="{62A24AF1-5A92-460E-9E55-5B397F4DCCAB}">
      <dgm:prSet/>
      <dgm:spPr/>
      <dgm:t>
        <a:bodyPr/>
        <a:lstStyle/>
        <a:p>
          <a:endParaRPr lang="en-US"/>
        </a:p>
      </dgm:t>
    </dgm:pt>
    <dgm:pt modelId="{65E20361-C0E7-4963-84A6-2D1028004898}" type="sibTrans" cxnId="{62A24AF1-5A92-460E-9E55-5B397F4DCCAB}">
      <dgm:prSet/>
      <dgm:spPr/>
      <dgm:t>
        <a:bodyPr/>
        <a:lstStyle/>
        <a:p>
          <a:endParaRPr lang="en-US"/>
        </a:p>
      </dgm:t>
    </dgm:pt>
    <dgm:pt modelId="{2C84E188-3846-4EB7-B6A7-0147250437BC}">
      <dgm:prSet/>
      <dgm:spPr/>
      <dgm:t>
        <a:bodyPr/>
        <a:lstStyle/>
        <a:p>
          <a:pPr>
            <a:buNone/>
          </a:pPr>
          <a:r>
            <a:rPr lang="en-US" dirty="0"/>
            <a:t>(Co-59 / Co-60)</a:t>
          </a:r>
        </a:p>
      </dgm:t>
    </dgm:pt>
    <dgm:pt modelId="{AE70A0E0-FAF3-4C89-B37B-C7FE45FE1D1E}" type="parTrans" cxnId="{C6C70D95-52F4-4C59-A2D8-1479CC29C236}">
      <dgm:prSet/>
      <dgm:spPr/>
      <dgm:t>
        <a:bodyPr/>
        <a:lstStyle/>
        <a:p>
          <a:endParaRPr lang="en-US"/>
        </a:p>
      </dgm:t>
    </dgm:pt>
    <dgm:pt modelId="{20E313AF-CA87-4F37-A368-19B5EBD6CE1E}" type="sibTrans" cxnId="{C6C70D95-52F4-4C59-A2D8-1479CC29C236}">
      <dgm:prSet/>
      <dgm:spPr/>
      <dgm:t>
        <a:bodyPr/>
        <a:lstStyle/>
        <a:p>
          <a:endParaRPr lang="en-US"/>
        </a:p>
      </dgm:t>
    </dgm:pt>
    <dgm:pt modelId="{F38DF335-B90C-4DD5-85E3-945E554341D3}" type="pres">
      <dgm:prSet presAssocID="{338E3ECB-58FF-4BC2-8A91-1341B9DCE540}" presName="linear" presStyleCnt="0">
        <dgm:presLayoutVars>
          <dgm:animLvl val="lvl"/>
          <dgm:resizeHandles val="exact"/>
        </dgm:presLayoutVars>
      </dgm:prSet>
      <dgm:spPr/>
    </dgm:pt>
    <dgm:pt modelId="{1545E049-8C8C-4283-A844-F6460C8A2481}" type="pres">
      <dgm:prSet presAssocID="{50ABABDE-B65E-45EE-AB21-684BBE695CE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91F45E2-89E4-4728-A10B-5EB7A747C816}" type="pres">
      <dgm:prSet presAssocID="{50ABABDE-B65E-45EE-AB21-684BBE695CEB}" presName="childText" presStyleLbl="revTx" presStyleIdx="0" presStyleCnt="4">
        <dgm:presLayoutVars>
          <dgm:bulletEnabled val="1"/>
        </dgm:presLayoutVars>
      </dgm:prSet>
      <dgm:spPr/>
    </dgm:pt>
    <dgm:pt modelId="{6852B904-5FDC-4779-A95C-7E2446EE72B9}" type="pres">
      <dgm:prSet presAssocID="{7C86FA76-5EF3-4670-807B-422624E205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13E46F5-1BB2-4827-B055-3F648D0782B4}" type="pres">
      <dgm:prSet presAssocID="{7C86FA76-5EF3-4670-807B-422624E205A3}" presName="childText" presStyleLbl="revTx" presStyleIdx="1" presStyleCnt="4">
        <dgm:presLayoutVars>
          <dgm:bulletEnabled val="1"/>
        </dgm:presLayoutVars>
      </dgm:prSet>
      <dgm:spPr/>
    </dgm:pt>
    <dgm:pt modelId="{49EE888D-23D3-48F5-80A7-EBE3427CA72C}" type="pres">
      <dgm:prSet presAssocID="{DC4286D4-5AE0-4E8D-A464-825A35FC1F2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85A6132-D3EF-4859-BAAA-1E4E93C1101D}" type="pres">
      <dgm:prSet presAssocID="{DC4286D4-5AE0-4E8D-A464-825A35FC1F20}" presName="childText" presStyleLbl="revTx" presStyleIdx="2" presStyleCnt="4">
        <dgm:presLayoutVars>
          <dgm:bulletEnabled val="1"/>
        </dgm:presLayoutVars>
      </dgm:prSet>
      <dgm:spPr/>
    </dgm:pt>
    <dgm:pt modelId="{4156E8F4-783D-4986-A154-0EDDC2E5827F}" type="pres">
      <dgm:prSet presAssocID="{17D7BD3A-D43B-4200-8D91-CDADD9B1CA9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13A8D7D-9D80-4408-B94F-1724ECE8C39C}" type="pres">
      <dgm:prSet presAssocID="{17D7BD3A-D43B-4200-8D91-CDADD9B1CA97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B5E86821-1B16-4300-B657-698DF70D0773}" srcId="{338E3ECB-58FF-4BC2-8A91-1341B9DCE540}" destId="{7C86FA76-5EF3-4670-807B-422624E205A3}" srcOrd="1" destOrd="0" parTransId="{0B20E60D-5266-4512-BEFE-C89476F80FA9}" sibTransId="{E920A722-DAC6-4A6F-B402-ED8A2B649269}"/>
    <dgm:cxn modelId="{CF847D21-649D-4C6A-9F81-C7222C950C5E}" srcId="{338E3ECB-58FF-4BC2-8A91-1341B9DCE540}" destId="{DC4286D4-5AE0-4E8D-A464-825A35FC1F20}" srcOrd="2" destOrd="0" parTransId="{7A133B5F-35BC-4BDD-846B-BE561B238A31}" sibTransId="{74F5CCA8-37FA-4A61-8E11-29481AD056FC}"/>
    <dgm:cxn modelId="{88426333-B987-4D81-BDCE-C871574ABB35}" type="presOf" srcId="{338E3ECB-58FF-4BC2-8A91-1341B9DCE540}" destId="{F38DF335-B90C-4DD5-85E3-945E554341D3}" srcOrd="0" destOrd="0" presId="urn:microsoft.com/office/officeart/2005/8/layout/vList2"/>
    <dgm:cxn modelId="{8860225B-C2D4-461E-B5DD-CD65A4EF87A1}" type="presOf" srcId="{6902BF1B-18BF-4F67-891E-1EF7AE10C40D}" destId="{291F45E2-89E4-4728-A10B-5EB7A747C816}" srcOrd="0" destOrd="0" presId="urn:microsoft.com/office/officeart/2005/8/layout/vList2"/>
    <dgm:cxn modelId="{795A3645-5F69-48F9-BD3E-647C2F01B2D3}" type="presOf" srcId="{17D7BD3A-D43B-4200-8D91-CDADD9B1CA97}" destId="{4156E8F4-783D-4986-A154-0EDDC2E5827F}" srcOrd="0" destOrd="0" presId="urn:microsoft.com/office/officeart/2005/8/layout/vList2"/>
    <dgm:cxn modelId="{6F787679-2DFC-42BC-8CDB-E75919EA1C35}" srcId="{50ABABDE-B65E-45EE-AB21-684BBE695CEB}" destId="{6902BF1B-18BF-4F67-891E-1EF7AE10C40D}" srcOrd="0" destOrd="0" parTransId="{A365C52E-B87C-4FA4-ACCF-598956759B4F}" sibTransId="{3E4E3E98-85F1-4E1A-8397-C674DDB286FA}"/>
    <dgm:cxn modelId="{C6C70D95-52F4-4C59-A2D8-1479CC29C236}" srcId="{17D7BD3A-D43B-4200-8D91-CDADD9B1CA97}" destId="{2C84E188-3846-4EB7-B6A7-0147250437BC}" srcOrd="0" destOrd="0" parTransId="{AE70A0E0-FAF3-4C89-B37B-C7FE45FE1D1E}" sibTransId="{20E313AF-CA87-4F37-A368-19B5EBD6CE1E}"/>
    <dgm:cxn modelId="{9F1AF9A6-A382-424A-8499-729746898678}" srcId="{7C86FA76-5EF3-4670-807B-422624E205A3}" destId="{72F769B2-94E7-4B09-B268-3B1022F44741}" srcOrd="0" destOrd="0" parTransId="{F575135F-6BE8-4859-A902-361ECF49B134}" sibTransId="{2082B566-05CE-4F44-B7E7-5D4E20D33B7B}"/>
    <dgm:cxn modelId="{C82A3EAB-B80F-441D-A9FC-A2AACDCC4275}" srcId="{338E3ECB-58FF-4BC2-8A91-1341B9DCE540}" destId="{50ABABDE-B65E-45EE-AB21-684BBE695CEB}" srcOrd="0" destOrd="0" parTransId="{51D80A2C-2544-4FD3-B35E-E77271BF7F99}" sibTransId="{31F07F92-E560-44FE-8631-B8E432C2307E}"/>
    <dgm:cxn modelId="{FD9C7EAE-8A6C-4678-9B70-D70E0EBE9044}" type="presOf" srcId="{DC4286D4-5AE0-4E8D-A464-825A35FC1F20}" destId="{49EE888D-23D3-48F5-80A7-EBE3427CA72C}" srcOrd="0" destOrd="0" presId="urn:microsoft.com/office/officeart/2005/8/layout/vList2"/>
    <dgm:cxn modelId="{1921E2BA-89F2-46F9-B91C-EFFE6DCF87F7}" type="presOf" srcId="{2C84E188-3846-4EB7-B6A7-0147250437BC}" destId="{D13A8D7D-9D80-4408-B94F-1724ECE8C39C}" srcOrd="0" destOrd="0" presId="urn:microsoft.com/office/officeart/2005/8/layout/vList2"/>
    <dgm:cxn modelId="{BFB75ABD-D320-48D9-8AB1-0CFCD25E30DA}" srcId="{DC4286D4-5AE0-4E8D-A464-825A35FC1F20}" destId="{5F70066D-D184-47AA-B389-54195CBA03A3}" srcOrd="0" destOrd="0" parTransId="{7CAB5376-546C-4DB3-B3B8-C6BAB5E499E1}" sibTransId="{C7BF4CDB-66C6-4844-8C1B-E48AC9D334FF}"/>
    <dgm:cxn modelId="{0459DBDE-86F8-4B8C-96C6-BCEA4742EDF0}" type="presOf" srcId="{7C86FA76-5EF3-4670-807B-422624E205A3}" destId="{6852B904-5FDC-4779-A95C-7E2446EE72B9}" srcOrd="0" destOrd="0" presId="urn:microsoft.com/office/officeart/2005/8/layout/vList2"/>
    <dgm:cxn modelId="{D38E2BE6-7FD7-4A6E-8A12-0A001914CC1B}" type="presOf" srcId="{5F70066D-D184-47AA-B389-54195CBA03A3}" destId="{E85A6132-D3EF-4859-BAAA-1E4E93C1101D}" srcOrd="0" destOrd="0" presId="urn:microsoft.com/office/officeart/2005/8/layout/vList2"/>
    <dgm:cxn modelId="{62A24AF1-5A92-460E-9E55-5B397F4DCCAB}" srcId="{338E3ECB-58FF-4BC2-8A91-1341B9DCE540}" destId="{17D7BD3A-D43B-4200-8D91-CDADD9B1CA97}" srcOrd="3" destOrd="0" parTransId="{6D76EBD1-472F-4D4F-9441-F0591B644C04}" sibTransId="{65E20361-C0E7-4963-84A6-2D1028004898}"/>
    <dgm:cxn modelId="{69C53FFB-E086-49DF-A974-9627864ABB8F}" type="presOf" srcId="{50ABABDE-B65E-45EE-AB21-684BBE695CEB}" destId="{1545E049-8C8C-4283-A844-F6460C8A2481}" srcOrd="0" destOrd="0" presId="urn:microsoft.com/office/officeart/2005/8/layout/vList2"/>
    <dgm:cxn modelId="{4A9CC0FC-1E2F-4EF3-AC1F-8FDA71303966}" type="presOf" srcId="{72F769B2-94E7-4B09-B268-3B1022F44741}" destId="{413E46F5-1BB2-4827-B055-3F648D0782B4}" srcOrd="0" destOrd="0" presId="urn:microsoft.com/office/officeart/2005/8/layout/vList2"/>
    <dgm:cxn modelId="{A1AFC3FE-04BB-4371-BE78-BF5A22BB9CE5}" type="presParOf" srcId="{F38DF335-B90C-4DD5-85E3-945E554341D3}" destId="{1545E049-8C8C-4283-A844-F6460C8A2481}" srcOrd="0" destOrd="0" presId="urn:microsoft.com/office/officeart/2005/8/layout/vList2"/>
    <dgm:cxn modelId="{DE60885F-6888-4568-974C-571FFB88A4A5}" type="presParOf" srcId="{F38DF335-B90C-4DD5-85E3-945E554341D3}" destId="{291F45E2-89E4-4728-A10B-5EB7A747C816}" srcOrd="1" destOrd="0" presId="urn:microsoft.com/office/officeart/2005/8/layout/vList2"/>
    <dgm:cxn modelId="{BD2529EC-FAF8-43F5-8B09-E42C1B7E6E63}" type="presParOf" srcId="{F38DF335-B90C-4DD5-85E3-945E554341D3}" destId="{6852B904-5FDC-4779-A95C-7E2446EE72B9}" srcOrd="2" destOrd="0" presId="urn:microsoft.com/office/officeart/2005/8/layout/vList2"/>
    <dgm:cxn modelId="{BAA94D71-0603-4FA8-8FAA-7E4F7E7AE82B}" type="presParOf" srcId="{F38DF335-B90C-4DD5-85E3-945E554341D3}" destId="{413E46F5-1BB2-4827-B055-3F648D0782B4}" srcOrd="3" destOrd="0" presId="urn:microsoft.com/office/officeart/2005/8/layout/vList2"/>
    <dgm:cxn modelId="{61850288-6B3D-486A-9A8F-67B39E491578}" type="presParOf" srcId="{F38DF335-B90C-4DD5-85E3-945E554341D3}" destId="{49EE888D-23D3-48F5-80A7-EBE3427CA72C}" srcOrd="4" destOrd="0" presId="urn:microsoft.com/office/officeart/2005/8/layout/vList2"/>
    <dgm:cxn modelId="{E9F96150-55A0-4AED-8CED-A43ED28EF874}" type="presParOf" srcId="{F38DF335-B90C-4DD5-85E3-945E554341D3}" destId="{E85A6132-D3EF-4859-BAAA-1E4E93C1101D}" srcOrd="5" destOrd="0" presId="urn:microsoft.com/office/officeart/2005/8/layout/vList2"/>
    <dgm:cxn modelId="{0AF1EB48-A7BA-4895-9625-A02CB5126F8E}" type="presParOf" srcId="{F38DF335-B90C-4DD5-85E3-945E554341D3}" destId="{4156E8F4-783D-4986-A154-0EDDC2E5827F}" srcOrd="6" destOrd="0" presId="urn:microsoft.com/office/officeart/2005/8/layout/vList2"/>
    <dgm:cxn modelId="{7935AC8B-7F50-428C-8524-270B0D43BD66}" type="presParOf" srcId="{F38DF335-B90C-4DD5-85E3-945E554341D3}" destId="{D13A8D7D-9D80-4408-B94F-1724ECE8C39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324AAE-B302-48AC-95B2-6ADFEE7CD97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4F3EB8-F671-4B59-B176-2A6C18809F4A}">
      <dgm:prSet/>
      <dgm:spPr/>
      <dgm:t>
        <a:bodyPr/>
        <a:lstStyle/>
        <a:p>
          <a:r>
            <a:rPr lang="en-US" dirty="0"/>
            <a:t>The emitted energy of an electron transition is in the form a photon called CHARACTERISTIC RADIATION</a:t>
          </a:r>
        </a:p>
      </dgm:t>
    </dgm:pt>
    <dgm:pt modelId="{84C6648A-134B-4F49-A9EF-13D7121BCA68}" type="parTrans" cxnId="{BD517CEF-D1CD-4040-9ADD-D9049F73A2C6}">
      <dgm:prSet/>
      <dgm:spPr/>
      <dgm:t>
        <a:bodyPr/>
        <a:lstStyle/>
        <a:p>
          <a:endParaRPr lang="en-US"/>
        </a:p>
      </dgm:t>
    </dgm:pt>
    <dgm:pt modelId="{7C1D7770-E1C1-4B79-807C-0485A6C7CC49}" type="sibTrans" cxnId="{BD517CEF-D1CD-4040-9ADD-D9049F73A2C6}">
      <dgm:prSet/>
      <dgm:spPr/>
      <dgm:t>
        <a:bodyPr/>
        <a:lstStyle/>
        <a:p>
          <a:endParaRPr lang="en-US"/>
        </a:p>
      </dgm:t>
    </dgm:pt>
    <dgm:pt modelId="{7F3555D8-D0FA-40C9-9429-B207EF62084D}">
      <dgm:prSet/>
      <dgm:spPr/>
      <dgm:t>
        <a:bodyPr/>
        <a:lstStyle/>
        <a:p>
          <a:r>
            <a:rPr lang="en-US"/>
            <a:t>Characteristic X-rays are unique for given atomic and electric states (things get funky IRL)</a:t>
          </a:r>
        </a:p>
      </dgm:t>
    </dgm:pt>
    <dgm:pt modelId="{19228208-1A6C-4F31-822E-B750F0E285A8}" type="parTrans" cxnId="{C651DB8C-78F2-44E3-9F56-EA809300DC82}">
      <dgm:prSet/>
      <dgm:spPr/>
      <dgm:t>
        <a:bodyPr/>
        <a:lstStyle/>
        <a:p>
          <a:endParaRPr lang="en-US"/>
        </a:p>
      </dgm:t>
    </dgm:pt>
    <dgm:pt modelId="{91D744E8-98B9-4CE4-8980-64ED27CEC6EB}" type="sibTrans" cxnId="{C651DB8C-78F2-44E3-9F56-EA809300DC82}">
      <dgm:prSet/>
      <dgm:spPr/>
      <dgm:t>
        <a:bodyPr/>
        <a:lstStyle/>
        <a:p>
          <a:endParaRPr lang="en-US"/>
        </a:p>
      </dgm:t>
    </dgm:pt>
    <dgm:pt modelId="{A6A21418-95C4-42E4-9A39-46FE96B0AB59}">
      <dgm:prSet/>
      <dgm:spPr/>
      <dgm:t>
        <a:bodyPr/>
        <a:lstStyle/>
        <a:p>
          <a:r>
            <a:rPr lang="en-US"/>
            <a:t>For most cases the char. x-rays are well-known and predictable</a:t>
          </a:r>
        </a:p>
      </dgm:t>
    </dgm:pt>
    <dgm:pt modelId="{BAA01796-E57A-4D4C-BB8E-FF42FEF10B78}" type="parTrans" cxnId="{65390122-8B61-4E45-9979-F44D9A62ABCC}">
      <dgm:prSet/>
      <dgm:spPr/>
      <dgm:t>
        <a:bodyPr/>
        <a:lstStyle/>
        <a:p>
          <a:endParaRPr lang="en-US"/>
        </a:p>
      </dgm:t>
    </dgm:pt>
    <dgm:pt modelId="{9F865297-F935-4161-804F-7C67BB98E400}" type="sibTrans" cxnId="{65390122-8B61-4E45-9979-F44D9A62ABCC}">
      <dgm:prSet/>
      <dgm:spPr/>
      <dgm:t>
        <a:bodyPr/>
        <a:lstStyle/>
        <a:p>
          <a:endParaRPr lang="en-US"/>
        </a:p>
      </dgm:t>
    </dgm:pt>
    <dgm:pt modelId="{5BE3FB34-7AD7-4B96-B951-56C9E3F9EC60}">
      <dgm:prSet/>
      <dgm:spPr/>
      <dgm:t>
        <a:bodyPr/>
        <a:lstStyle/>
        <a:p>
          <a:r>
            <a:rPr lang="en-US"/>
            <a:t>Each ELEMENT has predetermined binding energies due, thus a unique array of char. x-rays</a:t>
          </a:r>
        </a:p>
      </dgm:t>
    </dgm:pt>
    <dgm:pt modelId="{96837267-26BA-42A5-AFE0-A811B116F293}" type="parTrans" cxnId="{DB504A42-DACA-47B5-94C5-93483D91A337}">
      <dgm:prSet/>
      <dgm:spPr/>
      <dgm:t>
        <a:bodyPr/>
        <a:lstStyle/>
        <a:p>
          <a:endParaRPr lang="en-US"/>
        </a:p>
      </dgm:t>
    </dgm:pt>
    <dgm:pt modelId="{E8B248E9-8489-436A-B0C0-8147FFD11A55}" type="sibTrans" cxnId="{DB504A42-DACA-47B5-94C5-93483D91A337}">
      <dgm:prSet/>
      <dgm:spPr/>
      <dgm:t>
        <a:bodyPr/>
        <a:lstStyle/>
        <a:p>
          <a:endParaRPr lang="en-US"/>
        </a:p>
      </dgm:t>
    </dgm:pt>
    <dgm:pt modelId="{251383CE-E9EC-4F22-8F1A-4A0544A506C6}" type="pres">
      <dgm:prSet presAssocID="{24324AAE-B302-48AC-95B2-6ADFEE7CD975}" presName="vert0" presStyleCnt="0">
        <dgm:presLayoutVars>
          <dgm:dir/>
          <dgm:animOne val="branch"/>
          <dgm:animLvl val="lvl"/>
        </dgm:presLayoutVars>
      </dgm:prSet>
      <dgm:spPr/>
    </dgm:pt>
    <dgm:pt modelId="{63D29D2C-1061-40A0-A626-741C220B3677}" type="pres">
      <dgm:prSet presAssocID="{3A4F3EB8-F671-4B59-B176-2A6C18809F4A}" presName="thickLine" presStyleLbl="alignNode1" presStyleIdx="0" presStyleCnt="4"/>
      <dgm:spPr/>
    </dgm:pt>
    <dgm:pt modelId="{382C084B-58B9-440C-96C5-4F50FF122EEF}" type="pres">
      <dgm:prSet presAssocID="{3A4F3EB8-F671-4B59-B176-2A6C18809F4A}" presName="horz1" presStyleCnt="0"/>
      <dgm:spPr/>
    </dgm:pt>
    <dgm:pt modelId="{2AFC0CA3-F967-41DC-B849-A3FB5343AB85}" type="pres">
      <dgm:prSet presAssocID="{3A4F3EB8-F671-4B59-B176-2A6C18809F4A}" presName="tx1" presStyleLbl="revTx" presStyleIdx="0" presStyleCnt="4"/>
      <dgm:spPr/>
    </dgm:pt>
    <dgm:pt modelId="{5552B585-C1C9-4252-A640-CF83861D7DCF}" type="pres">
      <dgm:prSet presAssocID="{3A4F3EB8-F671-4B59-B176-2A6C18809F4A}" presName="vert1" presStyleCnt="0"/>
      <dgm:spPr/>
    </dgm:pt>
    <dgm:pt modelId="{01305677-C644-47C9-A287-4B7E1DD29BA9}" type="pres">
      <dgm:prSet presAssocID="{7F3555D8-D0FA-40C9-9429-B207EF62084D}" presName="thickLine" presStyleLbl="alignNode1" presStyleIdx="1" presStyleCnt="4"/>
      <dgm:spPr/>
    </dgm:pt>
    <dgm:pt modelId="{20ED1AA7-927D-4713-8869-904BE1BD3A71}" type="pres">
      <dgm:prSet presAssocID="{7F3555D8-D0FA-40C9-9429-B207EF62084D}" presName="horz1" presStyleCnt="0"/>
      <dgm:spPr/>
    </dgm:pt>
    <dgm:pt modelId="{15F94D5B-4226-41E2-9DBD-3E109CC9E478}" type="pres">
      <dgm:prSet presAssocID="{7F3555D8-D0FA-40C9-9429-B207EF62084D}" presName="tx1" presStyleLbl="revTx" presStyleIdx="1" presStyleCnt="4"/>
      <dgm:spPr/>
    </dgm:pt>
    <dgm:pt modelId="{3E85913F-4780-4C0E-BDE8-A6C685662ABF}" type="pres">
      <dgm:prSet presAssocID="{7F3555D8-D0FA-40C9-9429-B207EF62084D}" presName="vert1" presStyleCnt="0"/>
      <dgm:spPr/>
    </dgm:pt>
    <dgm:pt modelId="{ABB4FDC6-D4CA-4B9E-B83E-141F81A473C5}" type="pres">
      <dgm:prSet presAssocID="{A6A21418-95C4-42E4-9A39-46FE96B0AB59}" presName="thickLine" presStyleLbl="alignNode1" presStyleIdx="2" presStyleCnt="4"/>
      <dgm:spPr/>
    </dgm:pt>
    <dgm:pt modelId="{61758E69-40FB-40F0-B349-F8E583EFDAD1}" type="pres">
      <dgm:prSet presAssocID="{A6A21418-95C4-42E4-9A39-46FE96B0AB59}" presName="horz1" presStyleCnt="0"/>
      <dgm:spPr/>
    </dgm:pt>
    <dgm:pt modelId="{338D9DE7-271B-4463-A736-476EF63914BF}" type="pres">
      <dgm:prSet presAssocID="{A6A21418-95C4-42E4-9A39-46FE96B0AB59}" presName="tx1" presStyleLbl="revTx" presStyleIdx="2" presStyleCnt="4"/>
      <dgm:spPr/>
    </dgm:pt>
    <dgm:pt modelId="{61D35CBF-F53C-4E80-A942-328D9CC78F78}" type="pres">
      <dgm:prSet presAssocID="{A6A21418-95C4-42E4-9A39-46FE96B0AB59}" presName="vert1" presStyleCnt="0"/>
      <dgm:spPr/>
    </dgm:pt>
    <dgm:pt modelId="{2BBB670A-CA6E-40C4-A1FF-ADE8261FFE1C}" type="pres">
      <dgm:prSet presAssocID="{5BE3FB34-7AD7-4B96-B951-56C9E3F9EC60}" presName="thickLine" presStyleLbl="alignNode1" presStyleIdx="3" presStyleCnt="4"/>
      <dgm:spPr/>
    </dgm:pt>
    <dgm:pt modelId="{4AD5D14A-749F-4777-92BF-1F7AB995809C}" type="pres">
      <dgm:prSet presAssocID="{5BE3FB34-7AD7-4B96-B951-56C9E3F9EC60}" presName="horz1" presStyleCnt="0"/>
      <dgm:spPr/>
    </dgm:pt>
    <dgm:pt modelId="{1A33EDD7-DE22-4A7A-BD51-3D65BA83F690}" type="pres">
      <dgm:prSet presAssocID="{5BE3FB34-7AD7-4B96-B951-56C9E3F9EC60}" presName="tx1" presStyleLbl="revTx" presStyleIdx="3" presStyleCnt="4"/>
      <dgm:spPr/>
    </dgm:pt>
    <dgm:pt modelId="{9ACDF82C-EBE1-4FAF-8E96-C2F618CE2E70}" type="pres">
      <dgm:prSet presAssocID="{5BE3FB34-7AD7-4B96-B951-56C9E3F9EC60}" presName="vert1" presStyleCnt="0"/>
      <dgm:spPr/>
    </dgm:pt>
  </dgm:ptLst>
  <dgm:cxnLst>
    <dgm:cxn modelId="{65390122-8B61-4E45-9979-F44D9A62ABCC}" srcId="{24324AAE-B302-48AC-95B2-6ADFEE7CD975}" destId="{A6A21418-95C4-42E4-9A39-46FE96B0AB59}" srcOrd="2" destOrd="0" parTransId="{BAA01796-E57A-4D4C-BB8E-FF42FEF10B78}" sibTransId="{9F865297-F935-4161-804F-7C67BB98E400}"/>
    <dgm:cxn modelId="{DB504A42-DACA-47B5-94C5-93483D91A337}" srcId="{24324AAE-B302-48AC-95B2-6ADFEE7CD975}" destId="{5BE3FB34-7AD7-4B96-B951-56C9E3F9EC60}" srcOrd="3" destOrd="0" parTransId="{96837267-26BA-42A5-AFE0-A811B116F293}" sibTransId="{E8B248E9-8489-436A-B0C0-8147FFD11A55}"/>
    <dgm:cxn modelId="{C651DB8C-78F2-44E3-9F56-EA809300DC82}" srcId="{24324AAE-B302-48AC-95B2-6ADFEE7CD975}" destId="{7F3555D8-D0FA-40C9-9429-B207EF62084D}" srcOrd="1" destOrd="0" parTransId="{19228208-1A6C-4F31-822E-B750F0E285A8}" sibTransId="{91D744E8-98B9-4CE4-8980-64ED27CEC6EB}"/>
    <dgm:cxn modelId="{7F531F9C-577B-4BB2-BA64-D51567BF2245}" type="presOf" srcId="{5BE3FB34-7AD7-4B96-B951-56C9E3F9EC60}" destId="{1A33EDD7-DE22-4A7A-BD51-3D65BA83F690}" srcOrd="0" destOrd="0" presId="urn:microsoft.com/office/officeart/2008/layout/LinedList"/>
    <dgm:cxn modelId="{4ADF749E-2329-4C6E-B735-9BD6A5CAA12A}" type="presOf" srcId="{A6A21418-95C4-42E4-9A39-46FE96B0AB59}" destId="{338D9DE7-271B-4463-A736-476EF63914BF}" srcOrd="0" destOrd="0" presId="urn:microsoft.com/office/officeart/2008/layout/LinedList"/>
    <dgm:cxn modelId="{2FA4B8C0-5EA6-406D-A6FB-F8DFCD16800D}" type="presOf" srcId="{3A4F3EB8-F671-4B59-B176-2A6C18809F4A}" destId="{2AFC0CA3-F967-41DC-B849-A3FB5343AB85}" srcOrd="0" destOrd="0" presId="urn:microsoft.com/office/officeart/2008/layout/LinedList"/>
    <dgm:cxn modelId="{A92F75C2-8F5E-4E1A-9ABA-8AA4469CD6C9}" type="presOf" srcId="{7F3555D8-D0FA-40C9-9429-B207EF62084D}" destId="{15F94D5B-4226-41E2-9DBD-3E109CC9E478}" srcOrd="0" destOrd="0" presId="urn:microsoft.com/office/officeart/2008/layout/LinedList"/>
    <dgm:cxn modelId="{BD517CEF-D1CD-4040-9ADD-D9049F73A2C6}" srcId="{24324AAE-B302-48AC-95B2-6ADFEE7CD975}" destId="{3A4F3EB8-F671-4B59-B176-2A6C18809F4A}" srcOrd="0" destOrd="0" parTransId="{84C6648A-134B-4F49-A9EF-13D7121BCA68}" sibTransId="{7C1D7770-E1C1-4B79-807C-0485A6C7CC49}"/>
    <dgm:cxn modelId="{53B601F7-CB9C-474C-BD63-BE34D46AA1F2}" type="presOf" srcId="{24324AAE-B302-48AC-95B2-6ADFEE7CD975}" destId="{251383CE-E9EC-4F22-8F1A-4A0544A506C6}" srcOrd="0" destOrd="0" presId="urn:microsoft.com/office/officeart/2008/layout/LinedList"/>
    <dgm:cxn modelId="{9B3D91A7-93F3-4A97-9C66-FFACBB739471}" type="presParOf" srcId="{251383CE-E9EC-4F22-8F1A-4A0544A506C6}" destId="{63D29D2C-1061-40A0-A626-741C220B3677}" srcOrd="0" destOrd="0" presId="urn:microsoft.com/office/officeart/2008/layout/LinedList"/>
    <dgm:cxn modelId="{7DFCD284-BBDE-4D89-8740-A81806C0B8A8}" type="presParOf" srcId="{251383CE-E9EC-4F22-8F1A-4A0544A506C6}" destId="{382C084B-58B9-440C-96C5-4F50FF122EEF}" srcOrd="1" destOrd="0" presId="urn:microsoft.com/office/officeart/2008/layout/LinedList"/>
    <dgm:cxn modelId="{E0B5A73D-0F23-4D6C-8763-B89D214A3167}" type="presParOf" srcId="{382C084B-58B9-440C-96C5-4F50FF122EEF}" destId="{2AFC0CA3-F967-41DC-B849-A3FB5343AB85}" srcOrd="0" destOrd="0" presId="urn:microsoft.com/office/officeart/2008/layout/LinedList"/>
    <dgm:cxn modelId="{0A0455D8-3245-4808-AA17-3A3CD3736EC4}" type="presParOf" srcId="{382C084B-58B9-440C-96C5-4F50FF122EEF}" destId="{5552B585-C1C9-4252-A640-CF83861D7DCF}" srcOrd="1" destOrd="0" presId="urn:microsoft.com/office/officeart/2008/layout/LinedList"/>
    <dgm:cxn modelId="{F18E82A9-2FD3-4037-85CF-56BC966EBB3C}" type="presParOf" srcId="{251383CE-E9EC-4F22-8F1A-4A0544A506C6}" destId="{01305677-C644-47C9-A287-4B7E1DD29BA9}" srcOrd="2" destOrd="0" presId="urn:microsoft.com/office/officeart/2008/layout/LinedList"/>
    <dgm:cxn modelId="{8D47CF0C-BFAC-473B-A709-F4EE5889AE07}" type="presParOf" srcId="{251383CE-E9EC-4F22-8F1A-4A0544A506C6}" destId="{20ED1AA7-927D-4713-8869-904BE1BD3A71}" srcOrd="3" destOrd="0" presId="urn:microsoft.com/office/officeart/2008/layout/LinedList"/>
    <dgm:cxn modelId="{FD1DE773-A7F2-4363-83FC-23AA6E5E4B68}" type="presParOf" srcId="{20ED1AA7-927D-4713-8869-904BE1BD3A71}" destId="{15F94D5B-4226-41E2-9DBD-3E109CC9E478}" srcOrd="0" destOrd="0" presId="urn:microsoft.com/office/officeart/2008/layout/LinedList"/>
    <dgm:cxn modelId="{321BB809-4741-4556-A4D8-E58C1904B786}" type="presParOf" srcId="{20ED1AA7-927D-4713-8869-904BE1BD3A71}" destId="{3E85913F-4780-4C0E-BDE8-A6C685662ABF}" srcOrd="1" destOrd="0" presId="urn:microsoft.com/office/officeart/2008/layout/LinedList"/>
    <dgm:cxn modelId="{8027C7E5-37D8-49A3-942F-9A867EFC6772}" type="presParOf" srcId="{251383CE-E9EC-4F22-8F1A-4A0544A506C6}" destId="{ABB4FDC6-D4CA-4B9E-B83E-141F81A473C5}" srcOrd="4" destOrd="0" presId="urn:microsoft.com/office/officeart/2008/layout/LinedList"/>
    <dgm:cxn modelId="{02BFD5D5-8AAF-4C2C-B2C1-B5164710DA3B}" type="presParOf" srcId="{251383CE-E9EC-4F22-8F1A-4A0544A506C6}" destId="{61758E69-40FB-40F0-B349-F8E583EFDAD1}" srcOrd="5" destOrd="0" presId="urn:microsoft.com/office/officeart/2008/layout/LinedList"/>
    <dgm:cxn modelId="{FB13BDEE-CEB0-4121-A039-84B7EED264CF}" type="presParOf" srcId="{61758E69-40FB-40F0-B349-F8E583EFDAD1}" destId="{338D9DE7-271B-4463-A736-476EF63914BF}" srcOrd="0" destOrd="0" presId="urn:microsoft.com/office/officeart/2008/layout/LinedList"/>
    <dgm:cxn modelId="{A89E8844-4F66-4896-AEF4-3BCBCA0EF6BD}" type="presParOf" srcId="{61758E69-40FB-40F0-B349-F8E583EFDAD1}" destId="{61D35CBF-F53C-4E80-A942-328D9CC78F78}" srcOrd="1" destOrd="0" presId="urn:microsoft.com/office/officeart/2008/layout/LinedList"/>
    <dgm:cxn modelId="{5C76ACF7-E239-41D1-97B3-37F10CE8DF11}" type="presParOf" srcId="{251383CE-E9EC-4F22-8F1A-4A0544A506C6}" destId="{2BBB670A-CA6E-40C4-A1FF-ADE8261FFE1C}" srcOrd="6" destOrd="0" presId="urn:microsoft.com/office/officeart/2008/layout/LinedList"/>
    <dgm:cxn modelId="{C981932E-10B2-49FD-AAA4-FC67F0BBBA0A}" type="presParOf" srcId="{251383CE-E9EC-4F22-8F1A-4A0544A506C6}" destId="{4AD5D14A-749F-4777-92BF-1F7AB995809C}" srcOrd="7" destOrd="0" presId="urn:microsoft.com/office/officeart/2008/layout/LinedList"/>
    <dgm:cxn modelId="{1215864A-7A40-46B4-8979-4124F0FB0C4E}" type="presParOf" srcId="{4AD5D14A-749F-4777-92BF-1F7AB995809C}" destId="{1A33EDD7-DE22-4A7A-BD51-3D65BA83F690}" srcOrd="0" destOrd="0" presId="urn:microsoft.com/office/officeart/2008/layout/LinedList"/>
    <dgm:cxn modelId="{136CEB59-A884-441E-B172-CAFBE03E7FEF}" type="presParOf" srcId="{4AD5D14A-749F-4777-92BF-1F7AB995809C}" destId="{9ACDF82C-EBE1-4FAF-8E96-C2F618CE2E7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CCFE9-55AD-4618-8F7C-9A950D35EB9A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D1831-9B6A-48C8-8404-F59103DF54C2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X-rays and radioactivity discovered BEFORE Rutherford Atom Model (1895 – </a:t>
          </a:r>
          <a:r>
            <a:rPr lang="en-US" sz="2400" b="1" kern="1200" dirty="0"/>
            <a:t>Roentgen</a:t>
          </a:r>
          <a:r>
            <a:rPr lang="en-US" sz="2400" kern="1200" dirty="0"/>
            <a:t>, 1896 – </a:t>
          </a:r>
          <a:r>
            <a:rPr lang="en-US" sz="2400" b="1" kern="1200" dirty="0"/>
            <a:t>Becquerel</a:t>
          </a:r>
          <a:r>
            <a:rPr lang="en-US" sz="2400" kern="1200" dirty="0"/>
            <a:t>)</a:t>
          </a:r>
        </a:p>
      </dsp:txBody>
      <dsp:txXfrm>
        <a:off x="0" y="0"/>
        <a:ext cx="10515600" cy="1087834"/>
      </dsp:txXfrm>
    </dsp:sp>
    <dsp:sp modelId="{FD6F84DF-86C3-46A0-B7F5-6FC7E806A5EE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9077B-5E58-4D1F-841F-58F5ACBEE626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Next model says atoms consist of a nucleus of positive charge with a negative charge outside (1910 – </a:t>
          </a:r>
          <a:r>
            <a:rPr lang="en-US" sz="2400" b="1" kern="1200"/>
            <a:t>Rutherford</a:t>
          </a:r>
          <a:r>
            <a:rPr lang="en-US" sz="2400" kern="1200"/>
            <a:t>)</a:t>
          </a:r>
        </a:p>
      </dsp:txBody>
      <dsp:txXfrm>
        <a:off x="0" y="1087834"/>
        <a:ext cx="10515600" cy="1087834"/>
      </dsp:txXfrm>
    </dsp:sp>
    <dsp:sp modelId="{26AE1BE2-8C20-4607-A629-ABDF8F8AF159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F8BDB-EE77-43F4-AC57-D03C97705DEC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Under Rutherford’s model the shell should collapse, Bohr’s Model introduces electron SHELLS with Pauli’s Exclusion Principle (1913 – </a:t>
          </a:r>
          <a:r>
            <a:rPr lang="en-US" sz="2400" b="1" kern="1200"/>
            <a:t>Bohr</a:t>
          </a:r>
          <a:r>
            <a:rPr lang="en-US" sz="2400" kern="1200"/>
            <a:t>, 1925 – </a:t>
          </a:r>
          <a:r>
            <a:rPr lang="en-US" sz="2400" b="1" kern="1200"/>
            <a:t>Pauli</a:t>
          </a:r>
          <a:r>
            <a:rPr lang="en-US" sz="2400" kern="1200"/>
            <a:t>)</a:t>
          </a:r>
        </a:p>
      </dsp:txBody>
      <dsp:txXfrm>
        <a:off x="0" y="2175669"/>
        <a:ext cx="10515600" cy="1087834"/>
      </dsp:txXfrm>
    </dsp:sp>
    <dsp:sp modelId="{1B10EA47-6D64-4560-A359-3D4866D8197C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026DB-91B1-4AEF-88B5-E1F1429D2BB9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Modern model says the electrons exist in wibbly wobbly timey wimey cloud</a:t>
          </a:r>
        </a:p>
      </dsp:txBody>
      <dsp:txXfrm>
        <a:off x="0" y="3263503"/>
        <a:ext cx="105156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45E049-8C8C-4283-A844-F6460C8A2481}">
      <dsp:nvSpPr>
        <dsp:cNvPr id="0" name=""/>
        <dsp:cNvSpPr/>
      </dsp:nvSpPr>
      <dsp:spPr>
        <a:xfrm>
          <a:off x="0" y="34749"/>
          <a:ext cx="5181600" cy="7558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Isom</a:t>
          </a:r>
          <a:r>
            <a:rPr lang="en-US" sz="1900" b="1" kern="1200" dirty="0"/>
            <a:t>e</a:t>
          </a:r>
          <a:r>
            <a:rPr lang="en-US" sz="1900" kern="1200" dirty="0"/>
            <a:t>rs – Same element and # nucleons, different energy state</a:t>
          </a:r>
        </a:p>
      </dsp:txBody>
      <dsp:txXfrm>
        <a:off x="36896" y="71645"/>
        <a:ext cx="5107808" cy="682028"/>
      </dsp:txXfrm>
    </dsp:sp>
    <dsp:sp modelId="{291F45E2-89E4-4728-A10B-5EB7A747C816}">
      <dsp:nvSpPr>
        <dsp:cNvPr id="0" name=""/>
        <dsp:cNvSpPr/>
      </dsp:nvSpPr>
      <dsp:spPr>
        <a:xfrm>
          <a:off x="0" y="790569"/>
          <a:ext cx="518160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kern="1200" dirty="0"/>
            <a:t>(Tc-99 / Tc-99m)</a:t>
          </a:r>
        </a:p>
      </dsp:txBody>
      <dsp:txXfrm>
        <a:off x="0" y="790569"/>
        <a:ext cx="5181600" cy="314640"/>
      </dsp:txXfrm>
    </dsp:sp>
    <dsp:sp modelId="{6852B904-5FDC-4779-A95C-7E2446EE72B9}">
      <dsp:nvSpPr>
        <dsp:cNvPr id="0" name=""/>
        <dsp:cNvSpPr/>
      </dsp:nvSpPr>
      <dsp:spPr>
        <a:xfrm>
          <a:off x="0" y="1105209"/>
          <a:ext cx="5181600" cy="75582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Isob</a:t>
          </a:r>
          <a:r>
            <a:rPr lang="en-US" sz="1900" b="1" kern="1200"/>
            <a:t>a</a:t>
          </a:r>
          <a:r>
            <a:rPr lang="en-US" sz="1900" kern="1200"/>
            <a:t>rs – Same # nucleons, different element</a:t>
          </a:r>
        </a:p>
      </dsp:txBody>
      <dsp:txXfrm>
        <a:off x="36896" y="1142105"/>
        <a:ext cx="5107808" cy="682028"/>
      </dsp:txXfrm>
    </dsp:sp>
    <dsp:sp modelId="{413E46F5-1BB2-4827-B055-3F648D0782B4}">
      <dsp:nvSpPr>
        <dsp:cNvPr id="0" name=""/>
        <dsp:cNvSpPr/>
      </dsp:nvSpPr>
      <dsp:spPr>
        <a:xfrm>
          <a:off x="0" y="1861029"/>
          <a:ext cx="518160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kern="1200" dirty="0"/>
            <a:t>(Ca-40 / K-40)</a:t>
          </a:r>
        </a:p>
      </dsp:txBody>
      <dsp:txXfrm>
        <a:off x="0" y="1861029"/>
        <a:ext cx="5181600" cy="314640"/>
      </dsp:txXfrm>
    </dsp:sp>
    <dsp:sp modelId="{49EE888D-23D3-48F5-80A7-EBE3427CA72C}">
      <dsp:nvSpPr>
        <dsp:cNvPr id="0" name=""/>
        <dsp:cNvSpPr/>
      </dsp:nvSpPr>
      <dsp:spPr>
        <a:xfrm>
          <a:off x="0" y="2175669"/>
          <a:ext cx="5181600" cy="75582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Isoto</a:t>
          </a:r>
          <a:r>
            <a:rPr lang="en-US" sz="1900" b="1" kern="1200"/>
            <a:t>n</a:t>
          </a:r>
          <a:r>
            <a:rPr lang="en-US" sz="1900" kern="1200"/>
            <a:t>es – Same # neutrons, different element</a:t>
          </a:r>
        </a:p>
      </dsp:txBody>
      <dsp:txXfrm>
        <a:off x="36896" y="2212565"/>
        <a:ext cx="5107808" cy="682028"/>
      </dsp:txXfrm>
    </dsp:sp>
    <dsp:sp modelId="{E85A6132-D3EF-4859-BAAA-1E4E93C1101D}">
      <dsp:nvSpPr>
        <dsp:cNvPr id="0" name=""/>
        <dsp:cNvSpPr/>
      </dsp:nvSpPr>
      <dsp:spPr>
        <a:xfrm>
          <a:off x="0" y="2931489"/>
          <a:ext cx="518160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kern="1200" dirty="0"/>
            <a:t>(B-12 / C-13)</a:t>
          </a:r>
        </a:p>
      </dsp:txBody>
      <dsp:txXfrm>
        <a:off x="0" y="2931489"/>
        <a:ext cx="5181600" cy="314640"/>
      </dsp:txXfrm>
    </dsp:sp>
    <dsp:sp modelId="{4156E8F4-783D-4986-A154-0EDDC2E5827F}">
      <dsp:nvSpPr>
        <dsp:cNvPr id="0" name=""/>
        <dsp:cNvSpPr/>
      </dsp:nvSpPr>
      <dsp:spPr>
        <a:xfrm>
          <a:off x="0" y="3246129"/>
          <a:ext cx="5181600" cy="7558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Isoto</a:t>
          </a:r>
          <a:r>
            <a:rPr lang="en-US" sz="1900" b="1" kern="1200"/>
            <a:t>p</a:t>
          </a:r>
          <a:r>
            <a:rPr lang="en-US" sz="1900" kern="1200"/>
            <a:t>es – Same element, different # nucleons</a:t>
          </a:r>
        </a:p>
      </dsp:txBody>
      <dsp:txXfrm>
        <a:off x="36896" y="3283025"/>
        <a:ext cx="5107808" cy="682028"/>
      </dsp:txXfrm>
    </dsp:sp>
    <dsp:sp modelId="{D13A8D7D-9D80-4408-B94F-1724ECE8C39C}">
      <dsp:nvSpPr>
        <dsp:cNvPr id="0" name=""/>
        <dsp:cNvSpPr/>
      </dsp:nvSpPr>
      <dsp:spPr>
        <a:xfrm>
          <a:off x="0" y="4001949"/>
          <a:ext cx="518160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kern="1200" dirty="0"/>
            <a:t>(Co-59 / Co-60)</a:t>
          </a:r>
        </a:p>
      </dsp:txBody>
      <dsp:txXfrm>
        <a:off x="0" y="4001949"/>
        <a:ext cx="5181600" cy="314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D29D2C-1061-40A0-A626-741C220B3677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C0CA3-F967-41DC-B849-A3FB5343AB85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The emitted energy of an electron transition is in the form a photon called CHARACTERISTIC RADIATION</a:t>
          </a:r>
        </a:p>
      </dsp:txBody>
      <dsp:txXfrm>
        <a:off x="0" y="0"/>
        <a:ext cx="10515600" cy="1087834"/>
      </dsp:txXfrm>
    </dsp:sp>
    <dsp:sp modelId="{01305677-C644-47C9-A287-4B7E1DD29BA9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94D5B-4226-41E2-9DBD-3E109CC9E478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Characteristic X-rays are unique for given atomic and electric states (things get funky IRL)</a:t>
          </a:r>
        </a:p>
      </dsp:txBody>
      <dsp:txXfrm>
        <a:off x="0" y="1087834"/>
        <a:ext cx="10515600" cy="1087834"/>
      </dsp:txXfrm>
    </dsp:sp>
    <dsp:sp modelId="{ABB4FDC6-D4CA-4B9E-B83E-141F81A473C5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D9DE7-271B-4463-A736-476EF63914BF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For most cases the char. x-rays are well-known and predictable</a:t>
          </a:r>
        </a:p>
      </dsp:txBody>
      <dsp:txXfrm>
        <a:off x="0" y="2175669"/>
        <a:ext cx="10515600" cy="1087834"/>
      </dsp:txXfrm>
    </dsp:sp>
    <dsp:sp modelId="{2BBB670A-CA6E-40C4-A1FF-ADE8261FFE1C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3EDD7-DE22-4A7A-BD51-3D65BA83F690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Each ELEMENT has predetermined binding energies due, thus a unique array of char. x-rays</a:t>
          </a:r>
        </a:p>
      </dsp:txBody>
      <dsp:txXfrm>
        <a:off x="0" y="3263503"/>
        <a:ext cx="105156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7:45:09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24575,'0'4'0,"-1"18"0,1 0 0,1 0 0,1 0 0,1 0 0,1 0 0,11 36 0,3-10 0,10 50 0,-23-74 0,-1 0 0,0 1 0,-2-1 0,-1 29 0,0-125 0,-2 40 0,1 0 0,2 0 0,2 1 0,13-60 0,-7 57 0,-6 19 0,0 1 0,10-23 0,-11 32 0,0 0 0,-1 0 0,2 1 0,-1-1 0,1 1 0,-1 0 0,1 0 0,1 0 0,-1 0 0,8-5 0,-3 4 0,0-1 0,0 1 0,1 1 0,17-7 0,-21 10 0,-1 0 0,1 0 0,-1 0 0,1 0 0,-1 1 0,1 0 0,0 0 0,-1 1 0,1 0 0,9 2 0,-12-2 0,0 0 0,-1 0 0,1 1 0,-1-1 0,0 1 0,1-1 0,-1 1 0,0 0 0,0 0 0,0 0 0,0 0 0,0 0 0,0 0 0,-1 1 0,1-1 0,-1 0 0,1 1 0,-1 0 0,0-1 0,0 1 0,0 0 0,-1-1 0,1 1 0,0 5 0,1 8 0,-1 0 0,0 0 0,-3 21 0,1-11 0,0 238 0,1-354 0,1-100 0,0 169 0,0 1 0,2 0 0,8-35 0,-9 50 0,1 0 0,-1 0 0,0 0 0,1 0 0,0 1 0,0 0 0,1-1 0,-1 1 0,5-4 0,-7 7 0,1 0 0,-1 0 0,0 0 0,1-1 0,-1 1 0,1 1 0,-1-1 0,1 0 0,0 0 0,-1 0 0,1 1 0,0-1 0,-1 1 0,1 0 0,0-1 0,0 1 0,-1 0 0,1 0 0,0 0 0,0 0 0,0 0 0,-1 1 0,1-1 0,0 0 0,0 1 0,-1-1 0,1 1 0,0 0 0,2 1 0,2 2 0,1-1 0,-1 0 0,1 0 0,8 2 0,-11-4 0,1 0 0,-1 0 0,0 1 0,1 0 0,-1 0 0,0 0 0,0 0 0,-1 1 0,1 0 0,0 0 0,-1 0 0,6 6 0,-5-4 0,-1-1 0,0 1 0,-1 0 0,1 0 0,-1 1 0,0-1 0,0 0 0,-1 1 0,2 9 0,-1 3 0,0 31 0,-2-31 0,3 33 0,11 19 0,42 127 0,-41-148-1365,-11-40-5461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7:45:11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34 24575,'0'0'0,"0"0"0,1 0 0,-1 0 0,0 0 0,1 0 0,-1 0 0,0 0 0,1 0 0,-1 0 0,0 0 0,0-1 0,1 1 0,-1 0 0,0 0 0,1 0 0,-1 0 0,0 0 0,0-1 0,1 1 0,-1 0 0,0 0 0,0 0 0,1-1 0,-1 1 0,0 0 0,0 0 0,0-1 0,1 1 0,-1 0 0,0 0 0,0-1 0,0 1 0,0 0 0,0-1 0,0 1 0,0 0 0,0-1 0,0 1 0,0 0 0,0-1 0,0 1 0,0 0 0,0-1 0,0 1 0,0 0 0,0 0 0,0-1 0,0 1 0,0-1 0,-1 0 0,1 0 0,0 1 0,-1-1 0,1 0 0,-1 0 0,1 0 0,-1 1 0,1-1 0,-1 0 0,0 0 0,1 1 0,-1-1 0,0 0 0,1 1 0,-1-1 0,-1 0 0,-10-2 0,0 1 0,0 0 0,-1 1 0,1 0 0,0 1 0,0 0 0,-15 3 0,-14-1 0,2-3 0,16 0 0,0 1 0,-24 4 0,40-3 0,0 0 0,0 1 0,1 0 0,-1 0 0,1 0 0,-1 1 0,1 0 0,0 0 0,0 1 0,0 0 0,-6 5 0,8-6 0,1 0 0,-1 1 0,1-1 0,0 1 0,0 0 0,0 0 0,1 0 0,-1 1 0,1-1 0,0 0 0,0 1 0,1 0 0,-1-1 0,1 1 0,0 0 0,0 0 0,1 0 0,-1-1 0,1 1 0,0 0 0,1 7 0,-1-4 0,0 0 0,1 0 0,0 0 0,4 15 0,-4-19 0,0-1 0,1 0 0,0 1 0,0-1 0,0 0 0,0 0 0,0 0 0,1 0 0,-1-1 0,1 1 0,0-1 0,5 5 0,-2-3 0,0 0 0,0-1 0,0 1 0,1-1 0,-1-1 0,1 1 0,0-1 0,0 0 0,0 0 0,0-1 0,0 0 0,0-1 0,0 1 0,0-1 0,10-1 0,20 0 0,68 1 0,-102 0 0,0 1 0,0-1 0,0 1 0,0 0 0,0 0 0,0 0 0,0 0 0,0 0 0,0 1 0,-1 0 0,1-1 0,-1 1 0,1 0 0,-1 0 0,1 0 0,-1 0 0,4 5 0,-3-2 0,-1-1 0,0 0 0,1 1 0,-1-1 0,-1 1 0,1 0 0,-1 0 0,1 0 0,-2 0 0,2 8 0,-2-6 0,1 0 0,-1 1 0,-1-1 0,0 0 0,0 1 0,0-1 0,-1 0 0,0 0 0,0 0 0,0 0 0,-1 0 0,-1 0 0,1-1 0,-1 1 0,-6 7 0,8-12 0,-1 0 0,1 0 0,-1 0 0,0 0 0,0-1 0,0 1 0,0-1 0,0 0 0,0 0 0,0 0 0,0 0 0,0-1 0,-1 1 0,-4-1 0,-53-1 0,33 0 0,-99 0-1365,115 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7:45:16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0 608 24575,'2'-4'0,"-1"0"0,1 0 0,-1 0 0,1 0 0,0 0 0,0 0 0,1 1 0,-1-1 0,6-5 0,-4 4 0,6-11 0,0 0 0,-1 0 0,0-1 0,-1 0 0,7-25 0,20-96 0,-15 53 0,-12 48 0,-5 21 0,1 0 0,6-17 0,-8 28 0,0 1 0,0-1 0,1 1 0,-1 0 0,1 0 0,0 0 0,0 0 0,0 0 0,1 1 0,-1-1 0,7-3 0,13-12 0,-16 12 0,0 1 0,1 0 0,11-6 0,-17 11 0,0 0 0,1 0 0,-1 0 0,1 0 0,-1 0 0,1 1 0,-1-1 0,1 1 0,-1 0 0,1-1 0,-1 1 0,1 0 0,-1 1 0,1-1 0,-1 0 0,1 1 0,3 0 0,-5 0 0,0 0 0,1 0 0,-1 0 0,0 0 0,1 0 0,-1 0 0,0 0 0,0 0 0,0 0 0,0 1 0,0-1 0,0 0 0,0 1 0,-1-1 0,1 1 0,0-1 0,-1 1 0,1-1 0,-1 1 0,0-1 0,1 1 0,-1-1 0,0 1 0,0 2 0,-1 45 0,0-34 0,-1 317 0,3-191 0,-1-133 0,0-1 0,0 0 0,1 0 0,0 0 0,1 0 0,-1 0 0,1 0 0,5 10 0,-7-17 0,0 0 0,0 1 0,0-1 0,0 0 0,0 0 0,0 0 0,0 1 0,0-1 0,0 0 0,0 0 0,1 0 0,-1 0 0,0 1 0,0-1 0,0 0 0,0 0 0,1 0 0,-1 0 0,0 0 0,0 1 0,0-1 0,0 0 0,1 0 0,-1 0 0,0 0 0,0 0 0,0 0 0,1 0 0,-1 0 0,0 0 0,0 0 0,1 0 0,-1 0 0,0 0 0,0 0 0,0 0 0,1 0 0,-1 0 0,0 0 0,0 0 0,0 0 0,1 0 0,-1 0 0,0 0 0,0-1 0,0 1 0,1 0 0,6-13 0,1-18 0,2-43 0,0-142 0,-9 191 0,2 0 0,0 1 0,1-1 0,2 1 0,1 0 0,0 0 0,18-36 0,-24 58 0,0-1 0,0 1 0,0 0 0,0 0 0,0 0 0,1 0 0,-1 0 0,1 0 0,-1 0 0,1 0 0,0 0 0,0 1 0,0-1 0,0 1 0,0 0 0,0-1 0,0 1 0,0 0 0,0 0 0,1 0 0,-1 0 0,0 1 0,1-1 0,-1 1 0,1-1 0,-1 1 0,1 0 0,-1 0 0,1 0 0,-1 0 0,0 0 0,1 1 0,-1-1 0,1 1 0,-1 0 0,0-1 0,1 1 0,-1 0 0,0 0 0,0 1 0,0-1 0,0 0 0,0 1 0,0-1 0,0 1 0,0 0 0,0-1 0,-1 1 0,1 0 0,-1 0 0,1 0 0,-1 0 0,0 1 0,1 2 0,17 35 0,-1 1 0,15 55 0,-22-55 0,-2-9 0,0 0 0,16 31 0,-18-46 0,-1 0 0,5 19 0,7 21 0,-16-50-227,0 0-1,0 1 1,0-1-1,-1 0 1,0 9-1,0-4-6598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7:45:18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536 0 24575,'-298'0'0,"295"0"0,0 1 0,0-1 0,0 0 0,0 1 0,0 0 0,0 0 0,0 0 0,0 0 0,0 0 0,1 1 0,-1-1 0,0 1 0,1 0 0,-1-1 0,1 1 0,0 0 0,-1 1 0,1-1 0,0 0 0,0 1 0,1-1 0,-1 1 0,0-1 0,1 1 0,-1 0 0,1 0 0,0 0 0,0 0 0,0 0 0,1 0 0,-1 0 0,0 4 0,1-3 0,-1 0 0,1 0 0,0 1 0,0-1 0,0 0 0,0 1 0,1-1 0,0 0 0,0 0 0,0 0 0,0 0 0,1 0 0,-1 0 0,1 0 0,0 0 0,0 0 0,1-1 0,-1 1 0,1-1 0,0 0 0,0 0 0,0 0 0,4 4 0,4 0 0,12 8 0,-1 0 0,47 20 0,-63-34 0,0 0 0,1 1 0,-1-2 0,0 1 0,1-1 0,10-1 0,-12 1 0,-1-1 0,1 1 0,0 0 0,-1 0 0,1 1 0,0-1 0,-1 1 0,1 0 0,-1 0 0,1 1 0,-1-1 0,5 3 0,-7-3 0,-1 0 0,0 0 0,1 1 0,-1-1 0,1 0 0,-1 1 0,0-1 0,0 1 0,0-1 0,0 1 0,0 0 0,0-1 0,-1 1 0,1 0 0,0 0 0,-1-1 0,1 1 0,-1 0 0,0 0 0,0 0 0,1 0 0,-1 0 0,0-1 0,-1 1 0,1 0 0,-1 3 0,-1 4 0,-1-1 0,0 1 0,0-1 0,-7 12 0,1-1 0,7-13 0,-1-1 0,1 0 0,-1-1 0,0 1 0,0 0 0,-1-1 0,1 0 0,-1 0 0,0 0 0,0 0 0,-1 0 0,1-1 0,-9 5 0,7-5 0,-1 0 0,0 0 0,-1-1 0,1 1 0,0-2 0,-1 1 0,1-1 0,-1 0 0,-11 0 0,0 0 0,0 2 0,0 0 0,0 1 0,0 1 0,-28 11 0,20-6 0,-38 8 0,31-13-1365,6-1-5461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9T17:53:23.260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0 135,'0'-2,"1"-1,0 1,-1-1,1 1,0-1,0 1,0 0,1-1,-1 1,1 0,-1 0,1 0,-1 0,1 0,3-3,32-23,-27 22,-1 1,1 0,0 0,0 1,1 0,-1 1,1 0,-1 1,1 0,0 1,0 0,17 0,-6 0,1-1,27-7,-26 4,43-3,-46 8,197 2,-195 1,0 2,-1 1,0 0,37 17,29 9,-32-15,-25-7,0-1,1-2,0-1,51 4,250-11,-136 0,-169 3,50 8,6 1,376-6,-252-7,1739 2,-1920-2,51-8,2-1,298 6,-211 7,219-2,-351-1,56-12,-53 7,42-1,487 6,-272 2,-272-1,1 2,-1 0,0 1,0 1,0 2,40 14,-44-14,-2-1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9T17:54:36.664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0 269,'6'0,"-1"0,1-1,-1 1,1-1,-1 0,0 0,1-1,-1 0,0 0,9-4,-8 2,-1-1,1 1,-1-1,0 0,-1 0,1 0,-1-1,5-7,-6 8,1 0,-1 0,1 1,0 0,0-1,1 1,-1 1,1-1,0 1,0 0,0 0,7-3,-3 3,0 0,1 1,-1 0,1 0,-1 1,18 0,505 5,1528-4,-2033-2,1-1,-1-1,48-14,-11 2,233-54,-249 61,0 2,60 0,99 8,-96 1,703-1,-792 0,0 2,-1 1,1 0,-1 1,39 17,-34-13,0 0,52 9,-35-13,-4-1,1 2,-1 1,0 2,44 17,-54-15,1-1,0-1,1-2,0-1,0-1,1-2,49 0,419-5,-482 3,0 1,-1 1,24 6,7 1,-2-2,-4 0,74 5,-93-13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9T17:54:43.639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0 135,'610'0,"-593"-1,-1-1,0 0,21-7,-18 5,35-5,-21 7,-1-2,1-1,-1-1,39-14,-51 14,1 2,0 0,26-2,17-2,19-2,0 4,127 5,-85 3,442-2,-410-13,-25 1,392 10,-268 4,1020-2,-1261 1,-1 0,1 2,-1 0,0 0,26 11,-22-7,0-2,32 7,22-1,-24-3,81 3,-48-12,-24-1,0 3,74 10,-32 1,0-5,128-8,-88 0,1669 1,-1786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9T17:54:47.032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0,'1299'0,"-1282"1,0 1,0 1,17 4,-14-3,34 4,266-5,-164-5,-152 1,0 1,0 0,0 0,0 1,0-1,0 1,0 0,0 0,0 0,0 0,0 1,0-1,-1 1,5 3,4 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8:24:11.393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0,'10955'0'0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4B90-1E3C-47CE-9AFE-693FE611727F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53EE1-E4EE-44D6-B28D-92F042088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93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-----------------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53EE1-E4EE-44D6-B28D-92F042088A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64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Bohr Model and History of Xray</a:t>
            </a:r>
          </a:p>
          <a:p>
            <a:r>
              <a:rPr lang="en-US" dirty="0"/>
              <a:t>Nuclear Composition</a:t>
            </a:r>
          </a:p>
          <a:p>
            <a:r>
              <a:rPr lang="en-US" dirty="0"/>
              <a:t>Nuclear Notation</a:t>
            </a:r>
          </a:p>
          <a:p>
            <a:r>
              <a:rPr lang="en-US" dirty="0"/>
              <a:t>Nuclear Families</a:t>
            </a:r>
          </a:p>
          <a:p>
            <a:r>
              <a:rPr lang="en-US" dirty="0"/>
              <a:t>Nuclear States</a:t>
            </a:r>
          </a:p>
          <a:p>
            <a:r>
              <a:rPr lang="en-US" dirty="0"/>
              <a:t>Nuclear Stability</a:t>
            </a:r>
          </a:p>
          <a:p>
            <a:r>
              <a:rPr lang="en-US" dirty="0"/>
              <a:t>Line of Stability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53EE1-E4EE-44D6-B28D-92F042088A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5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53EE1-E4EE-44D6-B28D-92F042088A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0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picosecond is time it takes light to travel 0.3 mm according to </a:t>
            </a:r>
            <a:r>
              <a:rPr lang="en-US" dirty="0" err="1"/>
              <a:t>wikipedia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53EE1-E4EE-44D6-B28D-92F042088A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60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stars, supernovae, fusion vs fission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53EE1-E4EE-44D6-B28D-92F042088A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02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practice to make less complex or spread out to multiple problems. Not showing amu conversion to kg and then BE in J to eV was very confusing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53EE1-E4EE-44D6-B28D-92F042088A9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09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 Shells</a:t>
            </a:r>
          </a:p>
          <a:p>
            <a:r>
              <a:rPr lang="en-US" dirty="0"/>
              <a:t>Electron Binding Energy</a:t>
            </a:r>
          </a:p>
          <a:p>
            <a:r>
              <a:rPr lang="en-US" dirty="0"/>
              <a:t>Char. Radiation?</a:t>
            </a:r>
          </a:p>
          <a:p>
            <a:r>
              <a:rPr lang="en-US" dirty="0"/>
              <a:t>Auger Effect?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53EE1-E4EE-44D6-B28D-92F042088A9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95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53EE1-E4EE-44D6-B28D-92F042088A9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53EE1-E4EE-44D6-B28D-92F042088A9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7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53EE1-E4EE-44D6-B28D-92F042088A9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17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EFD7-38CE-4B18-9E0E-242B70B4E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47DB5-DED7-696D-F7F2-EB8138DDF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2DA6A-977A-F6EB-1278-484051B3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F5A85-938B-4792-4EA4-93BD69A1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442BE-7A5C-9899-CDF2-2183B547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6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02F7-C1BA-9760-E782-4A260FDE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10335-99D9-DD7A-75AE-65F506523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CDB32-F289-4862-1B90-94B6CD0D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E70C2-E9BE-B2F2-9147-F310581D5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88CAD-C4A6-0D1F-D1E7-302D9B0E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0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8FB9-2729-9014-D8F6-806D1203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2ACCB-394C-FE6F-3C2A-855866EFD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36F53-2407-D3D5-42BA-48AD593AA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2D21B-FAFA-6DCC-200E-88AF6D784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BD98E-020A-3E63-93F8-2A4C5CC68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25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A4A6-C68B-182F-4B08-201B7981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D5ABF-22DB-3DF5-5991-39279418A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29F11-5614-68BF-2BF8-D354E78F6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C0772-BF4B-095B-31CC-A99026C6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A7E76-8FAE-343E-0972-6953D108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BD9C2-3241-C3CA-C8AD-E26197C2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69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ADE61-9A4A-1C76-5D20-B485C29B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6517B-8EF1-2CBD-2DBC-049FB9368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6F903-E9DD-506B-111C-785E1520D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CC5C6-93B5-99B9-9ACC-8A4361CBE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E280A-AAA3-1978-42FE-7360C1DD6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81031-4605-F2FC-4AFB-EE26F7C5A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A1C3B0-E59C-A091-CC9D-B7052076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B793F-5E37-D1AC-8F0F-A41F42FE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5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7EA8-BA93-D0EB-440A-1F85343EB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87207-A9EF-03C7-784F-FD45B24E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9FC4F-89D4-0D10-2D03-1F008126C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B62A7-C514-ED84-6363-B276DA2AE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7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CA01B0-59D1-A0B2-1923-F3A4468F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B364F-2339-1AEA-237F-989E2E05C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430CA-A858-6938-0B80-C3FBB4F3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81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04B6-6B3E-4BEA-54A0-3149609E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9C6A2-23DB-9669-F8EC-05736FE82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2E295-6954-EE09-A639-50E25AB3D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98041-D0A7-BF26-2F5C-F0C6888A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90F29-077E-94A8-33AE-27BE70969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C1737-B42F-FF51-EBDD-3B54943B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29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9F511-4BBE-98C0-11C8-EBCA81FB1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B72B5A-1523-ED1C-4B15-E73BCE227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DC15B-4FBB-8665-C57E-0B95C1D79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EB31D-7991-568A-7D40-161F323E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0B1E7-890A-0C95-3CD1-DB9545F9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B42FD-E34C-8C77-4751-21A91F5B0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18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7CA8-BAAE-E11B-0085-463F6AA5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B7044-31F6-DAF2-F35E-D54F202CC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0E23-B70C-C908-0D55-59C8DE225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0E01C-4437-4787-D674-DBBDC8A1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8BD9B-7B37-178D-9648-C282BD49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5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CE751-E5DD-95D6-B69C-1F07D6245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28F40-C86E-0FF6-6380-400836600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6413A-E5CC-7997-67D8-1E6D15EC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0C6AB-6197-9193-A616-455B77DC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592E3-A671-CA2E-ABA7-E72BD8E3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0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EB9E2-0BB2-78D8-0C05-6E77B02A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786E9-7A43-C3D5-8558-923B7D3DB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A3951-EE1D-55ED-8F03-D5920A3FA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813C8-AF1E-4F4D-813B-4B39103752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A6C30-7FA9-4062-02BC-1B80FEE2A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D938F-111C-44E6-44E4-785B08FE1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C158D-F922-4015-ABF9-61DB6E3C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7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5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9.xml"/><Relationship Id="rId3" Type="http://schemas.openxmlformats.org/officeDocument/2006/relationships/image" Target="../media/image18.png"/><Relationship Id="rId7" Type="http://schemas.openxmlformats.org/officeDocument/2006/relationships/customXml" Target="../ink/ink6.xml"/><Relationship Id="rId12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7.xml"/><Relationship Id="rId1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DCE2-3EB2-489B-5779-57CFF4FE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Things I Missed From Last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883AB-F777-95BD-5246-090B959E6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Cherry has an </a:t>
            </a:r>
            <a:r>
              <a:rPr lang="en-US"/>
              <a:t>outdated definition of Dalton and amu (CARBON NOT OXYGEN)</a:t>
            </a:r>
          </a:p>
          <a:p>
            <a:r>
              <a:rPr lang="en-US" dirty="0"/>
              <a:t>Please be respectful of patients, avoid walking in typically occupied hallways, mindful of speech, volume, workers, and food</a:t>
            </a:r>
          </a:p>
          <a:p>
            <a:r>
              <a:rPr lang="en-US" dirty="0"/>
              <a:t>Post-Lectures due the weekend of class (very lenient </a:t>
            </a:r>
            <a:r>
              <a:rPr lang="en-US" b="1" dirty="0"/>
              <a:t>IF</a:t>
            </a:r>
            <a:r>
              <a:rPr lang="en-US" dirty="0"/>
              <a:t> you </a:t>
            </a:r>
            <a:r>
              <a:rPr lang="en-US" dirty="0" err="1"/>
              <a:t>lmk</a:t>
            </a:r>
            <a:r>
              <a:rPr lang="en-US" dirty="0"/>
              <a:t> ahead of time)</a:t>
            </a:r>
          </a:p>
          <a:p>
            <a:r>
              <a:rPr lang="en-US" dirty="0"/>
              <a:t>Navigating Canvas, Syllabus, and Cherry</a:t>
            </a:r>
          </a:p>
          <a:p>
            <a:r>
              <a:rPr lang="en-US" dirty="0"/>
              <a:t>Post-Lecture Answers and my comments (its not that deep)</a:t>
            </a:r>
          </a:p>
          <a:p>
            <a:r>
              <a:rPr lang="en-US" dirty="0"/>
              <a:t>Pronouns? Optional</a:t>
            </a:r>
          </a:p>
          <a:p>
            <a:r>
              <a:rPr lang="en-US" dirty="0"/>
              <a:t>The slides start to look better after this week I swear</a:t>
            </a:r>
          </a:p>
          <a:p>
            <a:r>
              <a:rPr lang="en-US" dirty="0"/>
              <a:t>I’m new, I talk to fast, PLEASE interrupt me if I’m talking too fast and give feedback often (after class) if you are comfortable</a:t>
            </a:r>
          </a:p>
          <a:p>
            <a:pPr lvl="1"/>
            <a:r>
              <a:rPr lang="en-US" dirty="0" err="1"/>
              <a:t>Tism</a:t>
            </a:r>
            <a:r>
              <a:rPr lang="en-US" dirty="0"/>
              <a:t>? I don’t look at faces </a:t>
            </a:r>
            <a:r>
              <a:rPr lang="en-US" dirty="0">
                <a:sym typeface="Wingdings" panose="05000000000000000000" pitchFamily="2" charset="2"/>
              </a:rPr>
              <a:t> trying to get better, hard to tell if y’all are understanding</a:t>
            </a:r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bug</a:t>
            </a:r>
          </a:p>
        </p:txBody>
      </p:sp>
    </p:spTree>
    <p:extLst>
      <p:ext uri="{BB962C8B-B14F-4D97-AF65-F5344CB8AC3E}">
        <p14:creationId xmlns:p14="http://schemas.microsoft.com/office/powerpoint/2010/main" val="242273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example of a molecular structure">
            <a:extLst>
              <a:ext uri="{FF2B5EF4-FFF2-40B4-BE49-F238E27FC236}">
                <a16:creationId xmlns:a16="http://schemas.microsoft.com/office/drawing/2014/main" id="{92235A16-44BA-90D4-F9D6-21A0A15707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50" b="1533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48767-018A-1E59-3D9E-7C2DDC371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934" y="2299176"/>
            <a:ext cx="4975280" cy="1571164"/>
          </a:xfrm>
        </p:spPr>
        <p:txBody>
          <a:bodyPr anchor="t">
            <a:normAutofit/>
          </a:bodyPr>
          <a:lstStyle/>
          <a:p>
            <a:r>
              <a:rPr lang="en-US" sz="3200" dirty="0"/>
              <a:t>Atomic and Nuclear Physics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B6E90-490E-E30D-6977-E2827D784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29" y="2839454"/>
            <a:ext cx="4191938" cy="1958308"/>
          </a:xfrm>
        </p:spPr>
        <p:txBody>
          <a:bodyPr anchor="ctr">
            <a:noAutofit/>
          </a:bodyPr>
          <a:lstStyle/>
          <a:p>
            <a:r>
              <a:rPr lang="en-US" sz="1800" dirty="0"/>
              <a:t>RTT4220 – Lecture #2</a:t>
            </a:r>
          </a:p>
          <a:p>
            <a:r>
              <a:rPr lang="en-US" sz="1800" dirty="0"/>
              <a:t>Kedree Proffitt</a:t>
            </a:r>
          </a:p>
          <a:p>
            <a:r>
              <a:rPr lang="en-US" sz="1800" dirty="0"/>
              <a:t>WSU</a:t>
            </a:r>
          </a:p>
          <a:p>
            <a:r>
              <a:rPr lang="en-US" sz="1800" dirty="0"/>
              <a:t>09/04/2025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418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DF51C2-DDBE-FA7E-D367-D3E843259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Nucleus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D9158-F91A-CE1B-81CD-90F9CF122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How nucleating!</a:t>
            </a:r>
          </a:p>
        </p:txBody>
      </p:sp>
    </p:spTree>
    <p:extLst>
      <p:ext uri="{BB962C8B-B14F-4D97-AF65-F5344CB8AC3E}">
        <p14:creationId xmlns:p14="http://schemas.microsoft.com/office/powerpoint/2010/main" val="312598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8799-9299-1586-D3DF-C235FDF3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Discovery of Atoms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E78F40-3D60-2ACF-A2A9-8D245A8715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933BE78-E0C7-7C73-5910-F92529739CE4}"/>
              </a:ext>
            </a:extLst>
          </p:cNvPr>
          <p:cNvSpPr/>
          <p:nvPr/>
        </p:nvSpPr>
        <p:spPr>
          <a:xfrm>
            <a:off x="752474" y="2813049"/>
            <a:ext cx="10848975" cy="91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9F071B-3FE0-4DEF-3B03-32C2490FE851}"/>
              </a:ext>
            </a:extLst>
          </p:cNvPr>
          <p:cNvSpPr/>
          <p:nvPr/>
        </p:nvSpPr>
        <p:spPr>
          <a:xfrm>
            <a:off x="671512" y="3800473"/>
            <a:ext cx="10848975" cy="91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87769-AFAC-6CBB-FAEB-FF51F27F608E}"/>
              </a:ext>
            </a:extLst>
          </p:cNvPr>
          <p:cNvSpPr/>
          <p:nvPr/>
        </p:nvSpPr>
        <p:spPr>
          <a:xfrm>
            <a:off x="504825" y="4988718"/>
            <a:ext cx="10848975" cy="91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4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F0141-DCDE-6355-88B9-4311C662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Nuclear Composition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6E34D-AE64-D0AB-B9EA-9BFBCDAB0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Atoms are made of PROTONS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), NEUTRONS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), and ELECTRONS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Protons and neutrons are NUCLEONS</a:t>
                </a:r>
              </a:p>
              <a:p>
                <a:r>
                  <a:rPr lang="en-US" dirty="0"/>
                  <a:t>Nuclear density is VERY HIGH, electron cloud density is VERY LOW (mostly empty, like space!)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6E34D-AE64-D0AB-B9EA-9BFBCDAB0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583CC1-BBE9-878F-6D99-9C8BE3453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717705" y="4203170"/>
            <a:ext cx="4756590" cy="228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17F316-FD79-DCAD-F37B-31D64F5225FC}"/>
              </a:ext>
            </a:extLst>
          </p:cNvPr>
          <p:cNvSpPr/>
          <p:nvPr/>
        </p:nvSpPr>
        <p:spPr>
          <a:xfrm>
            <a:off x="838200" y="2654831"/>
            <a:ext cx="10848975" cy="488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E593C8-19A0-5ADE-5EEC-FD6452A15D84}"/>
              </a:ext>
            </a:extLst>
          </p:cNvPr>
          <p:cNvSpPr/>
          <p:nvPr/>
        </p:nvSpPr>
        <p:spPr>
          <a:xfrm>
            <a:off x="838199" y="3263371"/>
            <a:ext cx="10848975" cy="91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44498-1EA9-FD75-31BD-89833067FC5A}"/>
              </a:ext>
            </a:extLst>
          </p:cNvPr>
          <p:cNvSpPr/>
          <p:nvPr/>
        </p:nvSpPr>
        <p:spPr>
          <a:xfrm>
            <a:off x="671512" y="4271962"/>
            <a:ext cx="10848975" cy="22494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E98F6-4872-23A0-ED5E-C0E64D49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Nuclear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4C66A-C8A6-EFC3-D006-2A8C0F2D7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Notation shown below</a:t>
            </a:r>
          </a:p>
          <a:p>
            <a:r>
              <a:rPr lang="en-US" dirty="0"/>
              <a:t>Common notation omits Z and N. In text form it looks like: Co-60 or Cobalt-60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237C90-F046-B51E-70AA-72D7244877DA}"/>
              </a:ext>
            </a:extLst>
          </p:cNvPr>
          <p:cNvGrpSpPr/>
          <p:nvPr/>
        </p:nvGrpSpPr>
        <p:grpSpPr>
          <a:xfrm>
            <a:off x="2603398" y="3429000"/>
            <a:ext cx="6600191" cy="2963332"/>
            <a:chOff x="3644476" y="1690170"/>
            <a:chExt cx="6600191" cy="2963332"/>
          </a:xfrm>
        </p:grpSpPr>
        <p:pic>
          <p:nvPicPr>
            <p:cNvPr id="8" name="Picture 2" descr="Isotope Notation - Chemistry | Socratic">
              <a:extLst>
                <a:ext uri="{FF2B5EF4-FFF2-40B4-BE49-F238E27FC236}">
                  <a16:creationId xmlns:a16="http://schemas.microsoft.com/office/drawing/2014/main" id="{4E8B3453-DDDA-2B60-B2F3-CDF16C400E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22800"/>
            <a:stretch/>
          </p:blipFill>
          <p:spPr bwMode="auto">
            <a:xfrm>
              <a:off x="3644476" y="1690170"/>
              <a:ext cx="4903046" cy="27124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3C2191-487A-FE55-B63E-20B85C8DB18F}"/>
                </a:ext>
              </a:extLst>
            </p:cNvPr>
            <p:cNvSpPr txBox="1"/>
            <p:nvPr/>
          </p:nvSpPr>
          <p:spPr>
            <a:xfrm>
              <a:off x="7463789" y="3330063"/>
              <a:ext cx="2780878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sz="8000" dirty="0"/>
                <a:t>N</a:t>
              </a:r>
              <a:r>
                <a:rPr lang="en-US" sz="4000" dirty="0"/>
                <a:t>=A−Z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CC1504A-6044-EACF-6ED0-B72F74F71695}"/>
              </a:ext>
            </a:extLst>
          </p:cNvPr>
          <p:cNvSpPr/>
          <p:nvPr/>
        </p:nvSpPr>
        <p:spPr>
          <a:xfrm>
            <a:off x="671512" y="2382838"/>
            <a:ext cx="10848975" cy="91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366FE4-A0A8-AB96-481F-30487F8986B1}"/>
              </a:ext>
            </a:extLst>
          </p:cNvPr>
          <p:cNvSpPr/>
          <p:nvPr/>
        </p:nvSpPr>
        <p:spPr>
          <a:xfrm>
            <a:off x="671512" y="3465518"/>
            <a:ext cx="10848975" cy="2926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4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9C15C-290C-3474-0720-9BDAE467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Nuclear Families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ABB32570-C64E-0BE9-7748-CEEC0A12C09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2625207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 descr="A person reading a newspaper with his family&#10;&#10;AI-generated content may be incorrect.">
            <a:extLst>
              <a:ext uri="{FF2B5EF4-FFF2-40B4-BE49-F238E27FC236}">
                <a16:creationId xmlns:a16="http://schemas.microsoft.com/office/drawing/2014/main" id="{FC134EC3-E120-C3CE-F4EB-1516EC3965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514350"/>
            <a:ext cx="5181600" cy="291465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0E935E-4DAF-A811-9CF4-D17DF933C6E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8384" t="6638" r="7414"/>
          <a:stretch/>
        </p:blipFill>
        <p:spPr>
          <a:xfrm>
            <a:off x="6520927" y="3429000"/>
            <a:ext cx="4484150" cy="3222542"/>
          </a:xfrm>
          <a:prstGeom prst="rect">
            <a:avLst/>
          </a:prstGeom>
          <a:noFill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BFC075-BBEC-1AEF-33C6-1E9568BE009E}"/>
              </a:ext>
            </a:extLst>
          </p:cNvPr>
          <p:cNvSpPr/>
          <p:nvPr/>
        </p:nvSpPr>
        <p:spPr>
          <a:xfrm>
            <a:off x="752475" y="2813049"/>
            <a:ext cx="5343526" cy="1130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B2A8A-6A3A-B7AD-538C-F7AC96F90392}"/>
              </a:ext>
            </a:extLst>
          </p:cNvPr>
          <p:cNvSpPr/>
          <p:nvPr/>
        </p:nvSpPr>
        <p:spPr>
          <a:xfrm>
            <a:off x="828676" y="3943350"/>
            <a:ext cx="5343526" cy="1130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4FF490-D01E-8205-6086-E9D0DBD678D9}"/>
              </a:ext>
            </a:extLst>
          </p:cNvPr>
          <p:cNvSpPr/>
          <p:nvPr/>
        </p:nvSpPr>
        <p:spPr>
          <a:xfrm>
            <a:off x="752475" y="5046662"/>
            <a:ext cx="5343526" cy="1130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D9E7B5-DD4D-3076-202D-8867A37C756D}"/>
              </a:ext>
            </a:extLst>
          </p:cNvPr>
          <p:cNvSpPr/>
          <p:nvPr/>
        </p:nvSpPr>
        <p:spPr>
          <a:xfrm>
            <a:off x="6105525" y="3516229"/>
            <a:ext cx="5343526" cy="3135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5B23A9-DCB3-703F-0109-FE457B7A43A1}"/>
              </a:ext>
            </a:extLst>
          </p:cNvPr>
          <p:cNvSpPr/>
          <p:nvPr/>
        </p:nvSpPr>
        <p:spPr>
          <a:xfrm>
            <a:off x="814390" y="1777917"/>
            <a:ext cx="5343526" cy="1130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DE9116-2DED-F832-0577-16CD92690AD5}"/>
              </a:ext>
            </a:extLst>
          </p:cNvPr>
          <p:cNvSpPr/>
          <p:nvPr/>
        </p:nvSpPr>
        <p:spPr>
          <a:xfrm>
            <a:off x="6119816" y="372103"/>
            <a:ext cx="5343526" cy="305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1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10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5C368-06ED-3A24-2C36-87C6EA0E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Nuclear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3C071-222F-8FB7-487A-934CC15C9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242491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Three general states:</a:t>
            </a:r>
          </a:p>
          <a:p>
            <a:pPr lvl="1" algn="just"/>
            <a:r>
              <a:rPr lang="en-US" dirty="0"/>
              <a:t>Stable (Ground)</a:t>
            </a:r>
          </a:p>
          <a:p>
            <a:pPr lvl="1" algn="just"/>
            <a:r>
              <a:rPr lang="en-US" dirty="0"/>
              <a:t>Metastable</a:t>
            </a:r>
          </a:p>
          <a:p>
            <a:pPr lvl="1" algn="just"/>
            <a:r>
              <a:rPr lang="en-US" dirty="0"/>
              <a:t>Excited</a:t>
            </a:r>
          </a:p>
          <a:p>
            <a:pPr algn="just"/>
            <a:r>
              <a:rPr lang="en-US" dirty="0"/>
              <a:t>Excited states are transitory (very short lived)</a:t>
            </a:r>
          </a:p>
          <a:p>
            <a:pPr algn="just"/>
            <a:r>
              <a:rPr lang="en-US" dirty="0"/>
              <a:t>Metastable states are longer lived (dividing line about 1 picosecond)</a:t>
            </a:r>
          </a:p>
          <a:p>
            <a:pPr algn="just"/>
            <a:r>
              <a:rPr lang="en-US" dirty="0"/>
              <a:t>Ground state is the lowest energy (most stable)</a:t>
            </a:r>
          </a:p>
          <a:p>
            <a:pPr algn="just"/>
            <a:r>
              <a:rPr lang="en-US" dirty="0"/>
              <a:t>Tc-99m is a famous metastable state</a:t>
            </a:r>
          </a:p>
        </p:txBody>
      </p:sp>
      <p:pic>
        <p:nvPicPr>
          <p:cNvPr id="6" name="Content Placeholder 5" descr="A map of the world with different colored countries/regions&#10;&#10;AI-generated content may be incorrect.">
            <a:extLst>
              <a:ext uri="{FF2B5EF4-FFF2-40B4-BE49-F238E27FC236}">
                <a16:creationId xmlns:a16="http://schemas.microsoft.com/office/drawing/2014/main" id="{0DEF477D-3B10-88AC-EF2B-468725F892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0" t="12187" r="4103" b="25923"/>
          <a:stretch>
            <a:fillRect/>
          </a:stretch>
        </p:blipFill>
        <p:spPr>
          <a:xfrm>
            <a:off x="5612624" y="365125"/>
            <a:ext cx="6242491" cy="2550695"/>
          </a:xfrm>
        </p:spPr>
      </p:pic>
      <p:pic>
        <p:nvPicPr>
          <p:cNvPr id="7" name="Picture 2" descr="The Three Levels of Nuclear Stability">
            <a:extLst>
              <a:ext uri="{FF2B5EF4-FFF2-40B4-BE49-F238E27FC236}">
                <a16:creationId xmlns:a16="http://schemas.microsoft.com/office/drawing/2014/main" id="{DAFB142B-45F9-4AA0-20D0-848BF789BB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05"/>
          <a:stretch/>
        </p:blipFill>
        <p:spPr bwMode="auto">
          <a:xfrm>
            <a:off x="7290003" y="2953396"/>
            <a:ext cx="2887732" cy="390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8EBFB1-C785-C430-78BF-91E2735FD106}"/>
              </a:ext>
            </a:extLst>
          </p:cNvPr>
          <p:cNvSpPr/>
          <p:nvPr/>
        </p:nvSpPr>
        <p:spPr>
          <a:xfrm>
            <a:off x="5612624" y="365125"/>
            <a:ext cx="6242490" cy="25506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7B323C-A138-7ED3-75ED-616DEF58578D}"/>
              </a:ext>
            </a:extLst>
          </p:cNvPr>
          <p:cNvSpPr/>
          <p:nvPr/>
        </p:nvSpPr>
        <p:spPr>
          <a:xfrm>
            <a:off x="628886" y="1625808"/>
            <a:ext cx="5343526" cy="15936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45A04-C0A0-00FC-531E-5CAAE982EDE1}"/>
              </a:ext>
            </a:extLst>
          </p:cNvPr>
          <p:cNvSpPr/>
          <p:nvPr/>
        </p:nvSpPr>
        <p:spPr>
          <a:xfrm>
            <a:off x="838198" y="3219450"/>
            <a:ext cx="6242489" cy="761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C9B155-5A45-F161-384B-340CF397BF83}"/>
              </a:ext>
            </a:extLst>
          </p:cNvPr>
          <p:cNvSpPr/>
          <p:nvPr/>
        </p:nvSpPr>
        <p:spPr>
          <a:xfrm>
            <a:off x="942857" y="4013681"/>
            <a:ext cx="6242489" cy="761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48FC73-5DD0-2CA6-912E-3492A27DC271}"/>
              </a:ext>
            </a:extLst>
          </p:cNvPr>
          <p:cNvSpPr/>
          <p:nvPr/>
        </p:nvSpPr>
        <p:spPr>
          <a:xfrm>
            <a:off x="838198" y="4813092"/>
            <a:ext cx="6242489" cy="761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D60F14-0BE2-275C-853F-CFE77471D888}"/>
              </a:ext>
            </a:extLst>
          </p:cNvPr>
          <p:cNvSpPr/>
          <p:nvPr/>
        </p:nvSpPr>
        <p:spPr>
          <a:xfrm>
            <a:off x="869172" y="5578643"/>
            <a:ext cx="6242489" cy="761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5BB11B-00A9-6730-73F0-DDCC1A7BFA97}"/>
              </a:ext>
            </a:extLst>
          </p:cNvPr>
          <p:cNvSpPr/>
          <p:nvPr/>
        </p:nvSpPr>
        <p:spPr>
          <a:xfrm>
            <a:off x="7185347" y="2915820"/>
            <a:ext cx="3120704" cy="4037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7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D55C-DA93-6D1F-3041-2995E26C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Nuclear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6601C-03DF-AB28-478F-5E4FE275D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BINDING ENERGY is the energy required to take a nucleon out of the nucleus (energy required to break apart nucleus)</a:t>
            </a:r>
          </a:p>
          <a:p>
            <a:r>
              <a:rPr lang="en-US" dirty="0"/>
              <a:t>Binding energy per nucleon is a useful metric</a:t>
            </a:r>
          </a:p>
          <a:p>
            <a:pPr lvl="1"/>
            <a:r>
              <a:rPr lang="en-US" dirty="0"/>
              <a:t>Peaks at A~=60</a:t>
            </a:r>
          </a:p>
          <a:p>
            <a:r>
              <a:rPr lang="en-US" dirty="0"/>
              <a:t>Atoms have stable isotopes despite the “tug-of-war” between nuclear forces and electromagnetic repulsion (gluons vs positive charge)</a:t>
            </a:r>
          </a:p>
          <a:p>
            <a:r>
              <a:rPr lang="en-US" dirty="0"/>
              <a:t>The LINE OF STABILITY follows a weird trend:</a:t>
            </a:r>
          </a:p>
          <a:p>
            <a:pPr lvl="1"/>
            <a:r>
              <a:rPr lang="en-US" dirty="0"/>
              <a:t>Light Elements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# Neutrons ~= # Protons</a:t>
            </a:r>
          </a:p>
          <a:p>
            <a:pPr lvl="1"/>
            <a:r>
              <a:rPr lang="en-US" dirty="0"/>
              <a:t>Heavy Elements </a:t>
            </a:r>
            <a:r>
              <a:rPr lang="en-US" dirty="0">
                <a:sym typeface="Wingdings" panose="05000000000000000000" pitchFamily="2" charset="2"/>
              </a:rPr>
              <a:t> # Neutrons ~= 1.5x # Protons (For every 2 protons, 3 neutrons)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Even numbered Proton/Neutron atoms tend to be more stable (“Magic Numbers”)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F5CF5B-9E66-F5A1-1FD7-04AFBA7EBB69}"/>
              </a:ext>
            </a:extLst>
          </p:cNvPr>
          <p:cNvSpPr/>
          <p:nvPr/>
        </p:nvSpPr>
        <p:spPr>
          <a:xfrm>
            <a:off x="838200" y="2600325"/>
            <a:ext cx="10315575" cy="761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58FEF9-DABA-B8FE-741E-FDE0B6ACCA60}"/>
              </a:ext>
            </a:extLst>
          </p:cNvPr>
          <p:cNvSpPr/>
          <p:nvPr/>
        </p:nvSpPr>
        <p:spPr>
          <a:xfrm>
            <a:off x="838200" y="3362116"/>
            <a:ext cx="10315575" cy="761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03558E-8408-95A3-0A97-6D8CF22F71F2}"/>
              </a:ext>
            </a:extLst>
          </p:cNvPr>
          <p:cNvSpPr/>
          <p:nvPr/>
        </p:nvSpPr>
        <p:spPr>
          <a:xfrm>
            <a:off x="938212" y="4136816"/>
            <a:ext cx="10315575" cy="2040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0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FDAB-81B3-2C09-B9EB-686E8706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Energy Per Nucleon</a:t>
            </a:r>
          </a:p>
        </p:txBody>
      </p:sp>
      <p:pic>
        <p:nvPicPr>
          <p:cNvPr id="5" name="Content Placeholder 4" descr="A diagram of mass number&#10;&#10;AI-generated content may be incorrect.">
            <a:extLst>
              <a:ext uri="{FF2B5EF4-FFF2-40B4-BE49-F238E27FC236}">
                <a16:creationId xmlns:a16="http://schemas.microsoft.com/office/drawing/2014/main" id="{F86AD287-D5F6-385F-3974-62B9036AB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913" y="1468130"/>
            <a:ext cx="7394909" cy="5024745"/>
          </a:xfrm>
        </p:spPr>
      </p:pic>
    </p:spTree>
    <p:extLst>
      <p:ext uri="{BB962C8B-B14F-4D97-AF65-F5344CB8AC3E}">
        <p14:creationId xmlns:p14="http://schemas.microsoft.com/office/powerpoint/2010/main" val="1192054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79D6-11A0-9525-E204-8A177EAC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of Stability</a:t>
            </a:r>
          </a:p>
        </p:txBody>
      </p:sp>
      <p:pic>
        <p:nvPicPr>
          <p:cNvPr id="5" name="Content Placeholder 4" descr="A graph of a nuclear stability&#10;&#10;AI-generated content may be incorrect.">
            <a:extLst>
              <a:ext uri="{FF2B5EF4-FFF2-40B4-BE49-F238E27FC236}">
                <a16:creationId xmlns:a16="http://schemas.microsoft.com/office/drawing/2014/main" id="{DC173716-C5C6-42E9-4F67-BA7125753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126" y="1690688"/>
            <a:ext cx="6889748" cy="5167312"/>
          </a:xfrm>
        </p:spPr>
      </p:pic>
    </p:spTree>
    <p:extLst>
      <p:ext uri="{BB962C8B-B14F-4D97-AF65-F5344CB8AC3E}">
        <p14:creationId xmlns:p14="http://schemas.microsoft.com/office/powerpoint/2010/main" val="3460768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0E6E-B7B2-2B19-0166-BB761D55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Energy Equivalence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0A86-E417-99A3-B3EC-423A4EC04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think too much into it</a:t>
            </a:r>
          </a:p>
          <a:p>
            <a:r>
              <a:rPr lang="en-US" dirty="0"/>
              <a:t>We can represent energy as mass and vice versa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499B609-3AAA-4C24-12DE-7C29E88CBB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18363" y="2940722"/>
                <a:ext cx="3555273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499B609-3AAA-4C24-12DE-7C29E88CB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363" y="2940722"/>
                <a:ext cx="3555273" cy="1261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563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B8A49-B260-29AF-D9EB-672DCDBFC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Energy Equivalence Practice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73A8F-3BBC-26B4-F349-9E5568ABD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Prove that 1 amu is approximately 932 MeV using Einstein’s Mass Energy Equivalence Equation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1.661×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−27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kg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3×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/>
                                <m:den/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=1.49×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</m:sup>
                      </m:sSup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J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1.49×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−10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1.6×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−19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eV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J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J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=9.32×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eV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=932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MeV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rule of thumb is very useful!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73A8F-3BBC-26B4-F349-9E5568ABD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C8ABFC5-7DDF-09F5-6799-FD27F54BA3C2}"/>
                  </a:ext>
                </a:extLst>
              </p14:cNvPr>
              <p14:cNvContentPartPr/>
              <p14:nvPr/>
            </p14:nvContentPartPr>
            <p14:xfrm>
              <a:off x="8457600" y="3323000"/>
              <a:ext cx="248040" cy="209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C8ABFC5-7DDF-09F5-6799-FD27F54BA3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51480" y="3316880"/>
                <a:ext cx="2602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01A1DE7-1759-6650-5A5E-1DA83667E0C0}"/>
                  </a:ext>
                </a:extLst>
              </p14:cNvPr>
              <p14:cNvContentPartPr/>
              <p14:nvPr/>
            </p14:nvContentPartPr>
            <p14:xfrm>
              <a:off x="8508000" y="3797840"/>
              <a:ext cx="151560" cy="181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01A1DE7-1759-6650-5A5E-1DA83667E0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01880" y="3791720"/>
                <a:ext cx="163800" cy="1933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7D17D42-6EA0-F61B-3C3C-463E123807E4}"/>
              </a:ext>
            </a:extLst>
          </p:cNvPr>
          <p:cNvSpPr/>
          <p:nvPr/>
        </p:nvSpPr>
        <p:spPr>
          <a:xfrm>
            <a:off x="838200" y="2914650"/>
            <a:ext cx="10315575" cy="1064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B8B4AA-5003-3169-46B7-4A3D563FE558}"/>
              </a:ext>
            </a:extLst>
          </p:cNvPr>
          <p:cNvSpPr/>
          <p:nvPr/>
        </p:nvSpPr>
        <p:spPr>
          <a:xfrm>
            <a:off x="938212" y="3797840"/>
            <a:ext cx="10315575" cy="11893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380326-98CB-2DFE-B69A-24B8219D92A3}"/>
              </a:ext>
            </a:extLst>
          </p:cNvPr>
          <p:cNvSpPr/>
          <p:nvPr/>
        </p:nvSpPr>
        <p:spPr>
          <a:xfrm>
            <a:off x="938212" y="5433995"/>
            <a:ext cx="10315575" cy="966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6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50701-6A6B-3014-24A9-F694889B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Energy Equivalence Practice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3B52F-3E60-737A-0B86-8A338D8E4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is the energy representation of an electron’s rest mass in keV?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9.1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kg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3×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/>
                              <m:den/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8.19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J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8.19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1.6×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−19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eV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J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J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5.11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eV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511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3B52F-3E60-737A-0B86-8A338D8E4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ADF1BAB-F1D0-1A8D-51E3-B7FEB6D59D1F}"/>
                  </a:ext>
                </a:extLst>
              </p14:cNvPr>
              <p14:cNvContentPartPr/>
              <p14:nvPr/>
            </p14:nvContentPartPr>
            <p14:xfrm>
              <a:off x="7944960" y="2976320"/>
              <a:ext cx="264960" cy="235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ADF1BAB-F1D0-1A8D-51E3-B7FEB6D59D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38840" y="2970200"/>
                <a:ext cx="2772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D8F0B1-B546-1D6E-90C0-DB1A3A0BD7F0}"/>
                  </a:ext>
                </a:extLst>
              </p14:cNvPr>
              <p14:cNvContentPartPr/>
              <p14:nvPr/>
            </p14:nvContentPartPr>
            <p14:xfrm>
              <a:off x="7960440" y="3428840"/>
              <a:ext cx="193320" cy="188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D8F0B1-B546-1D6E-90C0-DB1A3A0BD7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54320" y="3422720"/>
                <a:ext cx="205560" cy="2008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1288CEB-C0B7-2F2E-B1EF-2E7A38E6782D}"/>
              </a:ext>
            </a:extLst>
          </p:cNvPr>
          <p:cNvSpPr/>
          <p:nvPr/>
        </p:nvSpPr>
        <p:spPr>
          <a:xfrm>
            <a:off x="838200" y="2600325"/>
            <a:ext cx="10315575" cy="9239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6DAF6-6438-34C4-4B23-F29C7AD269BF}"/>
              </a:ext>
            </a:extLst>
          </p:cNvPr>
          <p:cNvSpPr/>
          <p:nvPr/>
        </p:nvSpPr>
        <p:spPr>
          <a:xfrm>
            <a:off x="838199" y="3511334"/>
            <a:ext cx="10315575" cy="9239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82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C5EB-7AC2-09DF-7395-CC127A66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Defect and Binding Energy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C50EE-2190-D953-0ACA-01C38A7426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MASS DEFECT is used to find the BINDING ENERGY of a nucleus</a:t>
                </a:r>
              </a:p>
              <a:p>
                <a:r>
                  <a:rPr lang="en-US" dirty="0"/>
                  <a:t>Calculate mass defect in amu, use Einstein’s Equation to convert mass defect into binding energy</a:t>
                </a:r>
              </a:p>
              <a:p>
                <a:r>
                  <a:rPr lang="en-US" dirty="0"/>
                  <a:t>Nuclear mass (sum of all nucleon mass’)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Experimental mass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C50EE-2190-D953-0ACA-01C38A7426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30F92AD-8DC7-2ABE-C0EE-B8A6D0A7C5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260850"/>
                <a:ext cx="4953000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 fontScale="4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𝒁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sub>
                          </m:sSub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6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e>
                      </m:d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6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sub>
                      </m:sSub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30F92AD-8DC7-2ABE-C0EE-B8A6D0A7C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60850"/>
                <a:ext cx="4953000" cy="12615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4B63525-05E7-DA9B-238E-F78A00727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98529" y="4260850"/>
                <a:ext cx="3555273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6000" b="1" i="0" smtClean="0"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6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4B63525-05E7-DA9B-238E-F78A00727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529" y="4260850"/>
                <a:ext cx="3555273" cy="12615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89E0CF-A4EE-C85F-5C91-C05132B5E13E}"/>
                  </a:ext>
                </a:extLst>
              </p14:cNvPr>
              <p14:cNvContentPartPr/>
              <p14:nvPr/>
            </p14:nvContentPartPr>
            <p14:xfrm>
              <a:off x="1905195" y="4847325"/>
              <a:ext cx="2496240" cy="58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89E0CF-A4EE-C85F-5C91-C05132B5E1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15195" y="4667685"/>
                <a:ext cx="267588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6C27408-AF54-CAC7-6024-CB7E2D222EDA}"/>
                  </a:ext>
                </a:extLst>
              </p14:cNvPr>
              <p14:cNvContentPartPr/>
              <p14:nvPr/>
            </p14:nvContentPartPr>
            <p14:xfrm>
              <a:off x="4905435" y="3760845"/>
              <a:ext cx="2323440" cy="96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6C27408-AF54-CAC7-6024-CB7E2D222E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15435" y="3581205"/>
                <a:ext cx="250308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F9EB23D-209C-1D69-EEDA-13ED22F09A4E}"/>
                  </a:ext>
                </a:extLst>
              </p14:cNvPr>
              <p14:cNvContentPartPr/>
              <p14:nvPr/>
            </p14:nvContentPartPr>
            <p14:xfrm>
              <a:off x="7800915" y="3818805"/>
              <a:ext cx="2780640" cy="48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F9EB23D-209C-1D69-EEDA-13ED22F09A4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10915" y="3639165"/>
                <a:ext cx="29602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152D04C-975B-D831-5374-0F1E76047276}"/>
                  </a:ext>
                </a:extLst>
              </p14:cNvPr>
              <p14:cNvContentPartPr/>
              <p14:nvPr/>
            </p14:nvContentPartPr>
            <p14:xfrm>
              <a:off x="4838475" y="4906005"/>
              <a:ext cx="723240" cy="19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152D04C-975B-D831-5374-0F1E7604727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48475" y="4726005"/>
                <a:ext cx="90288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D5B2BCE-194C-6F84-983B-47A9D04A001E}"/>
                  </a:ext>
                </a:extLst>
              </p14:cNvPr>
              <p14:cNvContentPartPr/>
              <p14:nvPr/>
            </p14:nvContentPartPr>
            <p14:xfrm>
              <a:off x="1257195" y="3885765"/>
              <a:ext cx="394416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D5B2BCE-194C-6F84-983B-47A9D04A001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67195" y="3526485"/>
                <a:ext cx="4123800" cy="720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33083E88-0B49-B078-085A-20613A534750}"/>
              </a:ext>
            </a:extLst>
          </p:cNvPr>
          <p:cNvSpPr/>
          <p:nvPr/>
        </p:nvSpPr>
        <p:spPr>
          <a:xfrm>
            <a:off x="838200" y="2600325"/>
            <a:ext cx="10315575" cy="9239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79809A-DA16-F3F3-325D-169D0FEDF5A0}"/>
              </a:ext>
            </a:extLst>
          </p:cNvPr>
          <p:cNvSpPr/>
          <p:nvPr/>
        </p:nvSpPr>
        <p:spPr>
          <a:xfrm>
            <a:off x="838200" y="3524250"/>
            <a:ext cx="10315575" cy="669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1AF82-92F2-F2EC-8370-571C4D88178A}"/>
              </a:ext>
            </a:extLst>
          </p:cNvPr>
          <p:cNvSpPr/>
          <p:nvPr/>
        </p:nvSpPr>
        <p:spPr>
          <a:xfrm>
            <a:off x="704850" y="4219200"/>
            <a:ext cx="10868025" cy="13255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8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AB71-180A-B722-D1DD-146568ADB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Energy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CB5DD0-D657-2B00-2FCA-306FECE6C4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Calculate the binding energy of Oxygen-16 and Oxygen-19, compare their binding energies per nucleon and predict which is more stable using that binding energy or another concept. Oxygen-16 and Oxygen-19 have 8 protons and 8/11 neutrons, respectively.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BE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−16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×1.00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727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×1.00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866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15.994914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=0.13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2526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≅123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MeV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BE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−19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×1.00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727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×1.00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866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19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03578=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9842</m:t>
                      </m:r>
                      <m:r>
                        <m:rPr>
                          <m:nor/>
                        </m:rPr>
                        <a:rPr lang="en-US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≅1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40 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MeV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binding energy per nucleon is then 7.688 MeV/amu for O-16 and 7.368 MeV/amu for O-19. O-19 will be less stable than O-19, this can be inferred from O-16’s “double magic” number or how O-19 diverges from the line of stability (Z~=N for light elements).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CB5DD0-D657-2B00-2FCA-306FECE6C4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501" r="-1275" b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5EB315-13EC-87A1-6187-C41EA2BD4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35422"/>
              </p:ext>
            </p:extLst>
          </p:nvPr>
        </p:nvGraphicFramePr>
        <p:xfrm>
          <a:off x="7776519" y="230188"/>
          <a:ext cx="2887361" cy="1415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675249">
                  <a:extLst>
                    <a:ext uri="{9D8B030D-6E8A-4147-A177-3AD203B41FA5}">
                      <a16:colId xmlns:a16="http://schemas.microsoft.com/office/drawing/2014/main" val="1630479609"/>
                    </a:ext>
                  </a:extLst>
                </a:gridCol>
                <a:gridCol w="1212112">
                  <a:extLst>
                    <a:ext uri="{9D8B030D-6E8A-4147-A177-3AD203B41FA5}">
                      <a16:colId xmlns:a16="http://schemas.microsoft.com/office/drawing/2014/main" val="1077511902"/>
                    </a:ext>
                  </a:extLst>
                </a:gridCol>
              </a:tblGrid>
              <a:tr h="2825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Mass</a:t>
                      </a:r>
                    </a:p>
                  </a:txBody>
                  <a:tcPr marL="69680" marR="69680" marT="34840" marB="3484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Energy (amu)</a:t>
                      </a:r>
                    </a:p>
                  </a:txBody>
                  <a:tcPr marL="69680" marR="69680" marT="34840" marB="34840"/>
                </a:tc>
                <a:extLst>
                  <a:ext uri="{0D108BD9-81ED-4DB2-BD59-A6C34878D82A}">
                    <a16:rowId xmlns:a16="http://schemas.microsoft.com/office/drawing/2014/main" val="827953304"/>
                  </a:ext>
                </a:extLst>
              </a:tr>
              <a:tr h="282592">
                <a:tc>
                  <a:txBody>
                    <a:bodyPr/>
                    <a:lstStyle/>
                    <a:p>
                      <a:r>
                        <a:rPr lang="en-US" sz="1400" dirty="0"/>
                        <a:t>Total Mass O-16</a:t>
                      </a:r>
                    </a:p>
                  </a:txBody>
                  <a:tcPr marL="69680" marR="69680" marT="34840" marB="3484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15.994914</a:t>
                      </a:r>
                    </a:p>
                  </a:txBody>
                  <a:tcPr marL="69680" marR="69680" marT="34840" marB="34840"/>
                </a:tc>
                <a:extLst>
                  <a:ext uri="{0D108BD9-81ED-4DB2-BD59-A6C34878D82A}">
                    <a16:rowId xmlns:a16="http://schemas.microsoft.com/office/drawing/2014/main" val="726038078"/>
                  </a:ext>
                </a:extLst>
              </a:tr>
              <a:tr h="282592">
                <a:tc>
                  <a:txBody>
                    <a:bodyPr/>
                    <a:lstStyle/>
                    <a:p>
                      <a:r>
                        <a:rPr lang="en-US" sz="1400" dirty="0"/>
                        <a:t>Total Mass O-19</a:t>
                      </a:r>
                    </a:p>
                  </a:txBody>
                  <a:tcPr marL="69680" marR="69680" marT="34840" marB="3484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19.003578</a:t>
                      </a:r>
                    </a:p>
                  </a:txBody>
                  <a:tcPr marL="69680" marR="69680" marT="34840" marB="34840"/>
                </a:tc>
                <a:extLst>
                  <a:ext uri="{0D108BD9-81ED-4DB2-BD59-A6C34878D82A}">
                    <a16:rowId xmlns:a16="http://schemas.microsoft.com/office/drawing/2014/main" val="306266510"/>
                  </a:ext>
                </a:extLst>
              </a:tr>
              <a:tr h="282592">
                <a:tc>
                  <a:txBody>
                    <a:bodyPr/>
                    <a:lstStyle/>
                    <a:p>
                      <a:r>
                        <a:rPr lang="en-US" sz="1400" dirty="0"/>
                        <a:t>Neutron Rest Mass</a:t>
                      </a:r>
                    </a:p>
                  </a:txBody>
                  <a:tcPr marL="69680" marR="69680" marT="34840" marB="34840"/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1.00866</a:t>
                      </a:r>
                      <a:endParaRPr lang="en-US" sz="1400" dirty="0"/>
                    </a:p>
                  </a:txBody>
                  <a:tcPr marL="69680" marR="69680" marT="34840" marB="34840"/>
                </a:tc>
                <a:extLst>
                  <a:ext uri="{0D108BD9-81ED-4DB2-BD59-A6C34878D82A}">
                    <a16:rowId xmlns:a16="http://schemas.microsoft.com/office/drawing/2014/main" val="1689189332"/>
                  </a:ext>
                </a:extLst>
              </a:tr>
              <a:tr h="282592">
                <a:tc>
                  <a:txBody>
                    <a:bodyPr/>
                    <a:lstStyle/>
                    <a:p>
                      <a:r>
                        <a:rPr lang="en-US" sz="1400" dirty="0"/>
                        <a:t>Proton Rest Mass</a:t>
                      </a:r>
                    </a:p>
                  </a:txBody>
                  <a:tcPr marL="69680" marR="69680" marT="34840" marB="34840"/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1.00727</a:t>
                      </a:r>
                      <a:endParaRPr lang="en-US" sz="1400" dirty="0"/>
                    </a:p>
                  </a:txBody>
                  <a:tcPr marL="69680" marR="69680" marT="34840" marB="34840"/>
                </a:tc>
                <a:extLst>
                  <a:ext uri="{0D108BD9-81ED-4DB2-BD59-A6C34878D82A}">
                    <a16:rowId xmlns:a16="http://schemas.microsoft.com/office/drawing/2014/main" val="243124285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52A05A3-85A9-224C-93BA-0D54753E102F}"/>
              </a:ext>
            </a:extLst>
          </p:cNvPr>
          <p:cNvSpPr/>
          <p:nvPr/>
        </p:nvSpPr>
        <p:spPr>
          <a:xfrm>
            <a:off x="838200" y="3077369"/>
            <a:ext cx="10515600" cy="9239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5405F-2CC4-79D1-B3F7-2A3685C01E71}"/>
              </a:ext>
            </a:extLst>
          </p:cNvPr>
          <p:cNvSpPr/>
          <p:nvPr/>
        </p:nvSpPr>
        <p:spPr>
          <a:xfrm>
            <a:off x="838200" y="4011613"/>
            <a:ext cx="10515600" cy="9239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C28D76-BE55-B2F7-EBC5-8E3B773DD653}"/>
              </a:ext>
            </a:extLst>
          </p:cNvPr>
          <p:cNvSpPr/>
          <p:nvPr/>
        </p:nvSpPr>
        <p:spPr>
          <a:xfrm>
            <a:off x="838200" y="4945857"/>
            <a:ext cx="10448925" cy="12311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4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48174B-B053-5ECF-1958-F40E5349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Electrons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42256-8FBA-18F5-B0C2-3AB31659B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Electrifying?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3640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008F8-774A-A36D-E1FC-98A0B89D5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 Shells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E9F861-1F79-223E-95E5-D048775485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Each SHELL is comprised of SUBSHELLS which are comprised of ORBITALS which are occupied by ELECTRONS</a:t>
                </a:r>
              </a:p>
              <a:p>
                <a:pPr lvl="1"/>
                <a:r>
                  <a:rPr lang="en-US" dirty="0"/>
                  <a:t>Shells </a:t>
                </a:r>
                <a:r>
                  <a:rPr lang="en-US" dirty="0">
                    <a:sym typeface="Wingdings" panose="05000000000000000000" pitchFamily="2" charset="2"/>
                  </a:rPr>
                  <a:t> Subshells  Orbitals  Electrons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We give these letters and numbers to describe them:</a:t>
                </a:r>
              </a:p>
              <a:p>
                <a:pPr lvl="1"/>
                <a:r>
                  <a:rPr lang="en-US" b="1" dirty="0">
                    <a:sym typeface="Wingdings" panose="05000000000000000000" pitchFamily="2" charset="2"/>
                  </a:rPr>
                  <a:t>Shells:</a:t>
                </a:r>
                <a:r>
                  <a:rPr lang="en-US" dirty="0">
                    <a:sym typeface="Wingdings" panose="05000000000000000000" pitchFamily="2" charset="2"/>
                  </a:rPr>
                  <a:t> Principle Quantum Number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𝒏</m:t>
                    </m:r>
                  </m:oMath>
                </a14:m>
                <a:r>
                  <a:rPr lang="en-US" dirty="0"/>
                  <a:t> (1: K-Shell, 2: L-Shell…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</a:p>
              <a:p>
                <a:pPr lvl="1"/>
                <a:r>
                  <a:rPr lang="pt-BR" b="1" dirty="0"/>
                  <a:t>Subshells:</a:t>
                </a:r>
                <a:r>
                  <a:rPr lang="pt-BR" dirty="0"/>
                  <a:t> Orbital Angular Momentum Quantum Number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US" dirty="0"/>
                  <a:t> (0, 1, </a:t>
                </a:r>
                <a:r>
                  <a:rPr lang="en-US" dirty="0">
                    <a:sym typeface="Wingdings" panose="05000000000000000000" pitchFamily="2" charset="2"/>
                  </a:rPr>
                  <a:t>…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b="1" dirty="0"/>
                  <a:t>Orbitals:</a:t>
                </a:r>
                <a:r>
                  <a:rPr lang="en-US" dirty="0"/>
                  <a:t> Magnetic Quantum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integers and 0)</a:t>
                </a:r>
              </a:p>
              <a:p>
                <a:pPr lvl="1"/>
                <a:r>
                  <a:rPr lang="en-US" b="1" dirty="0"/>
                  <a:t>Electrons:</a:t>
                </a:r>
                <a:r>
                  <a:rPr lang="en-US" dirty="0"/>
                  <a:t> Electron Spin Quantum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E9F861-1F79-223E-95E5-D048775485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5F87425-7883-DA4E-44EB-B8BFDD8FE881}"/>
              </a:ext>
            </a:extLst>
          </p:cNvPr>
          <p:cNvSpPr/>
          <p:nvPr/>
        </p:nvSpPr>
        <p:spPr>
          <a:xfrm>
            <a:off x="752475" y="2705100"/>
            <a:ext cx="10315575" cy="390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EE553-47D6-E272-3610-9D55ADC233C1}"/>
              </a:ext>
            </a:extLst>
          </p:cNvPr>
          <p:cNvSpPr/>
          <p:nvPr/>
        </p:nvSpPr>
        <p:spPr>
          <a:xfrm>
            <a:off x="838200" y="3143250"/>
            <a:ext cx="10315575" cy="390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AA4D56-B74F-2B26-5BB5-616F5DB6D0D3}"/>
              </a:ext>
            </a:extLst>
          </p:cNvPr>
          <p:cNvSpPr/>
          <p:nvPr/>
        </p:nvSpPr>
        <p:spPr>
          <a:xfrm>
            <a:off x="1038225" y="3581400"/>
            <a:ext cx="10315575" cy="390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DE66B9-48A3-02B2-8F6D-D3EA08B66E73}"/>
              </a:ext>
            </a:extLst>
          </p:cNvPr>
          <p:cNvSpPr/>
          <p:nvPr/>
        </p:nvSpPr>
        <p:spPr>
          <a:xfrm>
            <a:off x="1038224" y="3911599"/>
            <a:ext cx="10315575" cy="390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F32681-B499-2D2B-7F28-390E22C9D631}"/>
              </a:ext>
            </a:extLst>
          </p:cNvPr>
          <p:cNvSpPr/>
          <p:nvPr/>
        </p:nvSpPr>
        <p:spPr>
          <a:xfrm>
            <a:off x="838199" y="4323557"/>
            <a:ext cx="10315575" cy="390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380EDE-5FD1-35D9-A5F5-6628ED622FB2}"/>
              </a:ext>
            </a:extLst>
          </p:cNvPr>
          <p:cNvSpPr/>
          <p:nvPr/>
        </p:nvSpPr>
        <p:spPr>
          <a:xfrm>
            <a:off x="1123950" y="4735515"/>
            <a:ext cx="10315575" cy="6842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7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1DED-19B2-84BD-11D8-3C852236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 Binding Energy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79E12-CA04-BF70-484D-6668CEA2D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Electrons “occupy” lowest energy states first (K-shell </a:t>
            </a:r>
            <a:r>
              <a:rPr lang="en-US" dirty="0">
                <a:sym typeface="Wingdings" panose="05000000000000000000" pitchFamily="2" charset="2"/>
              </a:rPr>
              <a:t> L-shell…)</a:t>
            </a:r>
          </a:p>
          <a:p>
            <a:r>
              <a:rPr lang="en-US" dirty="0">
                <a:sym typeface="Wingdings" panose="05000000000000000000" pitchFamily="2" charset="2"/>
              </a:rPr>
              <a:t>Binding Energy is the energy required to remove an electron from an atom</a:t>
            </a:r>
          </a:p>
          <a:p>
            <a:r>
              <a:rPr lang="en-US" dirty="0">
                <a:sym typeface="Wingdings" panose="05000000000000000000" pitchFamily="2" charset="2"/>
              </a:rPr>
              <a:t>Binding energy relies on a few factors: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Increases as the nucleus gains charge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Decreases as electrons occupy FURTHER orbitals</a:t>
            </a:r>
          </a:p>
          <a:p>
            <a:r>
              <a:rPr lang="en-US" dirty="0">
                <a:sym typeface="Wingdings" panose="05000000000000000000" pitchFamily="2" charset="2"/>
              </a:rPr>
              <a:t>As electrons transition from excited to deexcited state (i.e. LK), the energy released is the difference in binding energies</a:t>
            </a:r>
          </a:p>
          <a:p>
            <a:r>
              <a:rPr lang="en-US" dirty="0">
                <a:sym typeface="Wingdings" panose="05000000000000000000" pitchFamily="2" charset="2"/>
              </a:rPr>
              <a:t>We use Energy level diagrams to represent these transitions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D38EE9-4D41-0B07-4643-8376A51767E3}"/>
              </a:ext>
            </a:extLst>
          </p:cNvPr>
          <p:cNvSpPr/>
          <p:nvPr/>
        </p:nvSpPr>
        <p:spPr>
          <a:xfrm>
            <a:off x="752475" y="2371726"/>
            <a:ext cx="10315575" cy="723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D4D9CE-49B8-AA4A-260F-EB1CDAA90CB6}"/>
              </a:ext>
            </a:extLst>
          </p:cNvPr>
          <p:cNvSpPr/>
          <p:nvPr/>
        </p:nvSpPr>
        <p:spPr>
          <a:xfrm>
            <a:off x="838200" y="3279776"/>
            <a:ext cx="10315575" cy="12541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806C9A-3AF8-689B-C6BE-90AE336D6059}"/>
              </a:ext>
            </a:extLst>
          </p:cNvPr>
          <p:cNvSpPr/>
          <p:nvPr/>
        </p:nvSpPr>
        <p:spPr>
          <a:xfrm>
            <a:off x="838199" y="4533898"/>
            <a:ext cx="10315575" cy="876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F21750-EFC1-BD9E-ED5A-014B190CC346}"/>
              </a:ext>
            </a:extLst>
          </p:cNvPr>
          <p:cNvSpPr/>
          <p:nvPr/>
        </p:nvSpPr>
        <p:spPr>
          <a:xfrm>
            <a:off x="938212" y="5435599"/>
            <a:ext cx="10315575" cy="876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9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848658-F0BA-0D5C-555C-715A934C4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121701"/>
            <a:ext cx="3658053" cy="1786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Electron Binding Energy</a:t>
            </a:r>
          </a:p>
        </p:txBody>
      </p:sp>
      <p:pic>
        <p:nvPicPr>
          <p:cNvPr id="5" name="Content Placeholder 4" descr="A diagram of energy and energy&#10;&#10;AI-generated content may be incorrect.">
            <a:extLst>
              <a:ext uri="{FF2B5EF4-FFF2-40B4-BE49-F238E27FC236}">
                <a16:creationId xmlns:a16="http://schemas.microsoft.com/office/drawing/2014/main" id="{AC5559FD-9F49-B61A-8B59-2514C0DE6B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341" y="750012"/>
            <a:ext cx="5029200" cy="5350212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678175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3DC10-FD02-4B30-908B-B44D04A7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5713413" cy="1600200"/>
          </a:xfrm>
        </p:spPr>
        <p:txBody>
          <a:bodyPr>
            <a:normAutofit/>
          </a:bodyPr>
          <a:lstStyle/>
          <a:p>
            <a:r>
              <a:rPr lang="en-US" sz="4400" dirty="0"/>
              <a:t>Electron Binding Energy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50494-5B6D-9FE3-8914-6D3360FDA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5399087" cy="381158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The energy level diagram at the right shows the various binding energies for Iodine electrons.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64C7FA21-CA52-C67D-E5AB-F2BB0B37E3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6818313" y="0"/>
            <a:ext cx="4781550" cy="6861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9D4C1EB-DAD6-4464-FD8F-C31085098A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18856" y="4108450"/>
                <a:ext cx="3555273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6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6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6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en-US" sz="6000" b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9D4C1EB-DAD6-4464-FD8F-C31085098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856" y="4108450"/>
                <a:ext cx="3555273" cy="12615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368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1799-D477-60D1-6903-F60EC587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 Binding Energy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2D4AB-3AE1-D15B-000D-5200A6AE3B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US" dirty="0"/>
                  <a:t>What would be the energy released from an Iodine electron deexcitation from the L-shell to the K-shell?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=33.2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keV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−5?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keV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≅28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keV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i="1" dirty="0"/>
                  <a:t>The discrepancy is because the spin of an electron interacts with the angular momentum (spin-orbit coupling). The number of possible binding energies is found by: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i="1" dirty="0"/>
              </a:p>
              <a:p>
                <a:pPr marL="0" indent="0" algn="just">
                  <a:buNone/>
                </a:pPr>
                <a:r>
                  <a:rPr lang="en-US" i="1" dirty="0"/>
                  <a:t>Typically, these are denoted by: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1/2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3/2</m:t>
                        </m:r>
                      </m:sub>
                    </m:sSub>
                  </m:oMath>
                </a14:m>
                <a:r>
                  <a:rPr lang="en-US" i="1" dirty="0"/>
                  <a:t>, etc.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2D4AB-3AE1-D15B-000D-5200A6AE3B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B40F49-EE56-116E-C8D0-1568523F0F12}"/>
              </a:ext>
            </a:extLst>
          </p:cNvPr>
          <p:cNvSpPr/>
          <p:nvPr/>
        </p:nvSpPr>
        <p:spPr>
          <a:xfrm>
            <a:off x="1762124" y="2762248"/>
            <a:ext cx="10315575" cy="876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4065B-E96E-E174-6C3F-BB9EA8AD61C9}"/>
              </a:ext>
            </a:extLst>
          </p:cNvPr>
          <p:cNvSpPr/>
          <p:nvPr/>
        </p:nvSpPr>
        <p:spPr>
          <a:xfrm>
            <a:off x="752475" y="4137021"/>
            <a:ext cx="10601325" cy="18351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4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D3B3-F712-A6F6-76A4-80BFFB2A1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 Radiation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8CD720-570D-0057-455E-44D321284A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6839472-14F5-6185-E15E-1A09374C4738}"/>
              </a:ext>
            </a:extLst>
          </p:cNvPr>
          <p:cNvSpPr/>
          <p:nvPr/>
        </p:nvSpPr>
        <p:spPr>
          <a:xfrm>
            <a:off x="752475" y="2809875"/>
            <a:ext cx="10601325" cy="1104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7F36AA-FBC4-7D38-EDEB-65CF301B2431}"/>
              </a:ext>
            </a:extLst>
          </p:cNvPr>
          <p:cNvSpPr/>
          <p:nvPr/>
        </p:nvSpPr>
        <p:spPr>
          <a:xfrm>
            <a:off x="795337" y="3914775"/>
            <a:ext cx="10601325" cy="1131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5A5F5-02D5-5FAF-292E-504CC8D62CDF}"/>
              </a:ext>
            </a:extLst>
          </p:cNvPr>
          <p:cNvSpPr/>
          <p:nvPr/>
        </p:nvSpPr>
        <p:spPr>
          <a:xfrm>
            <a:off x="619126" y="5045869"/>
            <a:ext cx="10915650" cy="1131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3626-FAA1-65D2-567B-78394232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 Radiation</a:t>
            </a:r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CBEDB0BD-5E0D-9D8D-F6AF-C70F787BF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290" y="1841807"/>
            <a:ext cx="6070685" cy="4049100"/>
          </a:xfrm>
        </p:spPr>
      </p:pic>
      <p:pic>
        <p:nvPicPr>
          <p:cNvPr id="7" name="Picture 6" descr="A diagram of a physical reaction&#10;&#10;AI-generated content may be incorrect.">
            <a:extLst>
              <a:ext uri="{FF2B5EF4-FFF2-40B4-BE49-F238E27FC236}">
                <a16:creationId xmlns:a16="http://schemas.microsoft.com/office/drawing/2014/main" id="{AA67136C-0FE0-48AC-0D14-5843CAAFC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25" y="1837024"/>
            <a:ext cx="5405177" cy="405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44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82F04-5CC9-9B07-5A15-E6687BB14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767106"/>
            <a:ext cx="3609975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Characteristic Radiation Notation</a:t>
            </a:r>
          </a:p>
        </p:txBody>
      </p:sp>
      <p:pic>
        <p:nvPicPr>
          <p:cNvPr id="5" name="Content Placeholder 4" descr="A diagram of a shell&#10;&#10;AI-generated content may be incorrect.">
            <a:extLst>
              <a:ext uri="{FF2B5EF4-FFF2-40B4-BE49-F238E27FC236}">
                <a16:creationId xmlns:a16="http://schemas.microsoft.com/office/drawing/2014/main" id="{6CE9CE00-3D76-E3BE-9108-7E83809E7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719344"/>
            <a:ext cx="7225748" cy="541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191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6468-0D56-03A6-5D3E-28309939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Auger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55078-C1CF-7F85-8B0A-EB6CFC498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competing</a:t>
            </a:r>
            <a:r>
              <a:rPr lang="en-US" dirty="0"/>
              <a:t> process to Characteristic Radiation</a:t>
            </a:r>
          </a:p>
          <a:p>
            <a:r>
              <a:rPr lang="en-US" dirty="0"/>
              <a:t>An AUGER ELECTRON is emitted instead of an x-ray</a:t>
            </a:r>
          </a:p>
          <a:p>
            <a:r>
              <a:rPr lang="en-US" dirty="0"/>
              <a:t>Results in TWO orbital vacancies </a:t>
            </a:r>
            <a:r>
              <a:rPr lang="en-US" dirty="0">
                <a:sym typeface="Wingdings" panose="05000000000000000000" pitchFamily="2" charset="2"/>
              </a:rPr>
              <a:t> more Char. Radiation/Auger</a:t>
            </a:r>
            <a:endParaRPr lang="en-US" dirty="0"/>
          </a:p>
          <a:p>
            <a:r>
              <a:rPr lang="en-US" dirty="0"/>
              <a:t>The kinetic energy of the Auger Electron is (roughly):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8362CFB-0ABF-05FE-6C14-A8CD67B0B0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81375" y="4434310"/>
                <a:ext cx="4492261" cy="1261564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>
                              <a:latin typeface="Cambria Math" panose="02040503050406030204" pitchFamily="18" charset="0"/>
                            </a:rPr>
                            <m:t>KE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1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en-US" b="1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BE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BE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8362CFB-0ABF-05FE-6C14-A8CD67B0B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375" y="4434310"/>
                <a:ext cx="4492261" cy="1261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AE2FE04C-056F-6F3D-DF65-A5340E2537ED}"/>
              </a:ext>
            </a:extLst>
          </p:cNvPr>
          <p:cNvSpPr/>
          <p:nvPr/>
        </p:nvSpPr>
        <p:spPr>
          <a:xfrm>
            <a:off x="752475" y="2423690"/>
            <a:ext cx="10601325" cy="309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937111-A314-E1B5-C1A8-D027787FFA2A}"/>
              </a:ext>
            </a:extLst>
          </p:cNvPr>
          <p:cNvSpPr/>
          <p:nvPr/>
        </p:nvSpPr>
        <p:spPr>
          <a:xfrm>
            <a:off x="752475" y="2916237"/>
            <a:ext cx="10601325" cy="309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61CF25-68D2-2C66-1F3F-6616A1A2C2CF}"/>
              </a:ext>
            </a:extLst>
          </p:cNvPr>
          <p:cNvSpPr/>
          <p:nvPr/>
        </p:nvSpPr>
        <p:spPr>
          <a:xfrm>
            <a:off x="752475" y="3429000"/>
            <a:ext cx="10601325" cy="309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823AE9-9F68-8F05-96D8-E4A8A04CC332}"/>
              </a:ext>
            </a:extLst>
          </p:cNvPr>
          <p:cNvSpPr/>
          <p:nvPr/>
        </p:nvSpPr>
        <p:spPr>
          <a:xfrm>
            <a:off x="838200" y="4309268"/>
            <a:ext cx="10601325" cy="1605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2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94EF9-B078-2E9A-507B-5DD645FCE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6" y="827158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Auger Effect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3E25D-8878-893D-F1F9-3F4336022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89256"/>
            <a:ext cx="5614416" cy="3312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D47A48-3DB7-2F1C-4EF9-C268EEB01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055940"/>
            <a:ext cx="5614416" cy="27791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46EB94-3C49-D176-099F-3566980741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41920" y="1989831"/>
                <a:ext cx="4174511" cy="78120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 b="1">
                              <a:latin typeface="Cambria Math" panose="02040503050406030204" pitchFamily="18" charset="0"/>
                            </a:rPr>
                            <m:t>KE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 b="1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BE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BE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46EB94-3C49-D176-099F-356698074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920" y="1989831"/>
                <a:ext cx="4174511" cy="7812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07A6DBE-9CEA-35C9-73BD-D7FE0E0BED7B}"/>
              </a:ext>
            </a:extLst>
          </p:cNvPr>
          <p:cNvSpPr txBox="1"/>
          <p:nvPr/>
        </p:nvSpPr>
        <p:spPr>
          <a:xfrm>
            <a:off x="8934450" y="1343025"/>
            <a:ext cx="2428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49542-CC11-397B-BD44-559F7AAE0386}"/>
              </a:ext>
            </a:extLst>
          </p:cNvPr>
          <p:cNvSpPr/>
          <p:nvPr/>
        </p:nvSpPr>
        <p:spPr>
          <a:xfrm>
            <a:off x="7658100" y="1343025"/>
            <a:ext cx="4391024" cy="1549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2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3D898-25A1-A252-AFCC-8A969757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258056" cy="1239012"/>
          </a:xfrm>
        </p:spPr>
        <p:txBody>
          <a:bodyPr anchor="ctr">
            <a:noAutofit/>
          </a:bodyPr>
          <a:lstStyle/>
          <a:p>
            <a:r>
              <a:rPr lang="en-US" sz="4800" dirty="0"/>
              <a:t>Fluorescent Yield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3F4826-1626-201B-3E60-E5461F05EE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016" y="2718054"/>
                <a:ext cx="4101084" cy="3207258"/>
              </a:xfrm>
            </p:spPr>
            <p:txBody>
              <a:bodyPr anchor="t">
                <a:noAutofit/>
              </a:bodyPr>
              <a:lstStyle/>
              <a:p>
                <a:pPr algn="just"/>
                <a:r>
                  <a:rPr lang="en-US" sz="2000" dirty="0"/>
                  <a:t>Defined as the probability of CHARACTERISTIC RADIATION (vs Auger Effect) for a vacancy</a:t>
                </a:r>
              </a:p>
              <a:p>
                <a:pPr lvl="1" algn="just"/>
                <a:r>
                  <a:rPr lang="en-US" sz="2000" dirty="0"/>
                  <a:t>Hence, </a:t>
                </a:r>
                <a:r>
                  <a:rPr lang="en-US" sz="2000" i="1" dirty="0"/>
                  <a:t>Fluoro-</a:t>
                </a:r>
              </a:p>
              <a:p>
                <a:pPr lvl="1" algn="just"/>
                <a:r>
                  <a:rPr lang="en-US" sz="2000" dirty="0"/>
                  <a:t>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000" dirty="0"/>
                  <a:t> for total,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000" dirty="0"/>
                  <a:t> for K-Shell and L-Shell</a:t>
                </a:r>
              </a:p>
              <a:p>
                <a:pPr algn="just"/>
                <a:r>
                  <a:rPr lang="en-US" sz="2000" dirty="0"/>
                  <a:t>Heavier elements have HIGHER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3F4826-1626-201B-3E60-E5461F05EE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016" y="2718054"/>
                <a:ext cx="4101084" cy="3207258"/>
              </a:xfrm>
              <a:blipFill>
                <a:blip r:embed="rId2"/>
                <a:stretch>
                  <a:fillRect l="-1337" t="-1901" r="-1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number of atomic number&#10;&#10;AI-generated content may be incorrect.">
            <a:extLst>
              <a:ext uri="{FF2B5EF4-FFF2-40B4-BE49-F238E27FC236}">
                <a16:creationId xmlns:a16="http://schemas.microsoft.com/office/drawing/2014/main" id="{59227C92-8FDB-57C2-7EC7-61CD23DF3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212334"/>
            <a:ext cx="6922008" cy="45339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BECE47-6107-6501-3753-AA03EAA68B1D}"/>
              </a:ext>
            </a:extLst>
          </p:cNvPr>
          <p:cNvSpPr/>
          <p:nvPr/>
        </p:nvSpPr>
        <p:spPr>
          <a:xfrm>
            <a:off x="141352" y="3561588"/>
            <a:ext cx="4011548" cy="9747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859D9-DDE3-0F98-5425-4EA295C650F8}"/>
              </a:ext>
            </a:extLst>
          </p:cNvPr>
          <p:cNvSpPr/>
          <p:nvPr/>
        </p:nvSpPr>
        <p:spPr>
          <a:xfrm>
            <a:off x="128016" y="4692672"/>
            <a:ext cx="4101084" cy="2508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3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51cdec9-811d-471d-bbe6-dd3d8d54c28b}" enabled="0" method="" siteId="{e51cdec9-811d-471d-bbe6-dd3d8d54c2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1399</Words>
  <Application>Microsoft Office PowerPoint</Application>
  <PresentationFormat>Widescreen</PresentationFormat>
  <Paragraphs>176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Some Things I Missed From Last Class</vt:lpstr>
      <vt:lpstr>Atomic and Nuclear Physics</vt:lpstr>
      <vt:lpstr>The Nucleus</vt:lpstr>
      <vt:lpstr>Discovery of Atoms</vt:lpstr>
      <vt:lpstr>Nuclear Composition</vt:lpstr>
      <vt:lpstr>Nuclear Notation</vt:lpstr>
      <vt:lpstr>Nuclear Families</vt:lpstr>
      <vt:lpstr>Nuclear States</vt:lpstr>
      <vt:lpstr>Nuclear Stability</vt:lpstr>
      <vt:lpstr>Binding Energy Per Nucleon</vt:lpstr>
      <vt:lpstr>Line of Stability</vt:lpstr>
      <vt:lpstr>Mass Energy Equivalence</vt:lpstr>
      <vt:lpstr>Mass Energy Equivalence Practice - 1</vt:lpstr>
      <vt:lpstr>Mass Energy Equivalence Practice - 2</vt:lpstr>
      <vt:lpstr>Mass Defect and Binding Energy</vt:lpstr>
      <vt:lpstr>Binding Energy Practice</vt:lpstr>
      <vt:lpstr>The Electrons</vt:lpstr>
      <vt:lpstr>Electron Shells</vt:lpstr>
      <vt:lpstr>Electron Binding Energy</vt:lpstr>
      <vt:lpstr>Electron Binding Energy</vt:lpstr>
      <vt:lpstr>Electron Binding Energy</vt:lpstr>
      <vt:lpstr>Electron Binding Energy Practice</vt:lpstr>
      <vt:lpstr>Characteristic Radiation</vt:lpstr>
      <vt:lpstr>Characteristic Radiation</vt:lpstr>
      <vt:lpstr>Characteristic Radiation Notation</vt:lpstr>
      <vt:lpstr>Auger Effect</vt:lpstr>
      <vt:lpstr>Auger Effect</vt:lpstr>
      <vt:lpstr>Fluorescent Yield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Kedree Proffitt</dc:creator>
  <cp:lastModifiedBy>Kedree Proffitt</cp:lastModifiedBy>
  <cp:revision>5</cp:revision>
  <dcterms:created xsi:type="dcterms:W3CDTF">2025-08-15T01:09:33Z</dcterms:created>
  <dcterms:modified xsi:type="dcterms:W3CDTF">2025-09-16T15:42:15Z</dcterms:modified>
</cp:coreProperties>
</file>