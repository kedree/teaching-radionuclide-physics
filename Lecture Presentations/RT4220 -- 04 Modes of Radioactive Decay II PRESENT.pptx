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2" r:id="rId5"/>
    <p:sldId id="263" r:id="rId6"/>
    <p:sldId id="259" r:id="rId7"/>
    <p:sldId id="260" r:id="rId8"/>
    <p:sldId id="261" r:id="rId9"/>
    <p:sldId id="265" r:id="rId10"/>
    <p:sldId id="264" r:id="rId11"/>
    <p:sldId id="266" r:id="rId12"/>
    <p:sldId id="267" r:id="rId13"/>
    <p:sldId id="269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B9F5"/>
    <a:srgbClr val="5E9DF1"/>
    <a:srgbClr val="308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54EE1-09A6-4FFC-8A0C-09DE85E5BCA4}" v="28" dt="2025-09-07T19:37:23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dree Proffitt" userId="cf51b1b7-7481-4dd8-85bf-a141dc4bc53e" providerId="ADAL" clId="{6CCD24BE-3D7A-4092-BFF6-F4CE2743B410}"/>
    <pc:docChg chg="undo custSel modSld">
      <pc:chgData name="Kedree Proffitt" userId="cf51b1b7-7481-4dd8-85bf-a141dc4bc53e" providerId="ADAL" clId="{6CCD24BE-3D7A-4092-BFF6-F4CE2743B410}" dt="2025-09-11T14:45:17.269" v="76" actId="20577"/>
      <pc:docMkLst>
        <pc:docMk/>
      </pc:docMkLst>
      <pc:sldChg chg="modSp mod">
        <pc:chgData name="Kedree Proffitt" userId="cf51b1b7-7481-4dd8-85bf-a141dc4bc53e" providerId="ADAL" clId="{6CCD24BE-3D7A-4092-BFF6-F4CE2743B410}" dt="2025-09-11T14:45:17.269" v="76" actId="20577"/>
        <pc:sldMkLst>
          <pc:docMk/>
          <pc:sldMk cId="3972710" sldId="256"/>
        </pc:sldMkLst>
        <pc:spChg chg="mod">
          <ac:chgData name="Kedree Proffitt" userId="cf51b1b7-7481-4dd8-85bf-a141dc4bc53e" providerId="ADAL" clId="{6CCD24BE-3D7A-4092-BFF6-F4CE2743B410}" dt="2025-09-11T14:45:17.269" v="76" actId="20577"/>
          <ac:spMkLst>
            <pc:docMk/>
            <pc:sldMk cId="3972710" sldId="256"/>
            <ac:spMk id="3" creationId="{FA12759F-B03C-F9BE-7E72-58F9817EB352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9:34:25.128" v="8" actId="14100"/>
        <pc:sldMkLst>
          <pc:docMk/>
          <pc:sldMk cId="1554680204" sldId="257"/>
        </pc:sldMkLst>
        <pc:spChg chg="add mod">
          <ac:chgData name="Kedree Proffitt" userId="cf51b1b7-7481-4dd8-85bf-a141dc4bc53e" providerId="ADAL" clId="{6CCD24BE-3D7A-4092-BFF6-F4CE2743B410}" dt="2025-09-07T19:34:25.128" v="8" actId="14100"/>
          <ac:spMkLst>
            <pc:docMk/>
            <pc:sldMk cId="1554680204" sldId="257"/>
            <ac:spMk id="6" creationId="{7FBF05FB-E48F-569C-5FA9-3DAE8A4A5388}"/>
          </ac:spMkLst>
        </pc:spChg>
        <pc:spChg chg="add mod">
          <ac:chgData name="Kedree Proffitt" userId="cf51b1b7-7481-4dd8-85bf-a141dc4bc53e" providerId="ADAL" clId="{6CCD24BE-3D7A-4092-BFF6-F4CE2743B410}" dt="2025-09-07T19:34:20.201" v="7" actId="14100"/>
          <ac:spMkLst>
            <pc:docMk/>
            <pc:sldMk cId="1554680204" sldId="257"/>
            <ac:spMk id="7" creationId="{8A0912B8-0423-8D16-2C80-15E277AD4BB6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9:34:51.180" v="15" actId="14100"/>
        <pc:sldMkLst>
          <pc:docMk/>
          <pc:sldMk cId="229155029" sldId="259"/>
        </pc:sldMkLst>
        <pc:spChg chg="add mod">
          <ac:chgData name="Kedree Proffitt" userId="cf51b1b7-7481-4dd8-85bf-a141dc4bc53e" providerId="ADAL" clId="{6CCD24BE-3D7A-4092-BFF6-F4CE2743B410}" dt="2025-09-07T19:34:51.180" v="15" actId="14100"/>
          <ac:spMkLst>
            <pc:docMk/>
            <pc:sldMk cId="229155029" sldId="259"/>
            <ac:spMk id="4" creationId="{F818BE66-BDFA-D95B-0195-068B73BA57CF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9:35:40.892" v="31" actId="1076"/>
        <pc:sldMkLst>
          <pc:docMk/>
          <pc:sldMk cId="3137871159" sldId="260"/>
        </pc:sldMkLst>
        <pc:spChg chg="add mod">
          <ac:chgData name="Kedree Proffitt" userId="cf51b1b7-7481-4dd8-85bf-a141dc4bc53e" providerId="ADAL" clId="{6CCD24BE-3D7A-4092-BFF6-F4CE2743B410}" dt="2025-09-07T19:35:06.353" v="18" actId="14100"/>
          <ac:spMkLst>
            <pc:docMk/>
            <pc:sldMk cId="3137871159" sldId="260"/>
            <ac:spMk id="4" creationId="{0449F317-1F32-3BF5-33CE-51AFEBEBA75C}"/>
          </ac:spMkLst>
        </pc:spChg>
        <pc:spChg chg="add mod">
          <ac:chgData name="Kedree Proffitt" userId="cf51b1b7-7481-4dd8-85bf-a141dc4bc53e" providerId="ADAL" clId="{6CCD24BE-3D7A-4092-BFF6-F4CE2743B410}" dt="2025-09-07T19:35:14.875" v="21" actId="14100"/>
          <ac:spMkLst>
            <pc:docMk/>
            <pc:sldMk cId="3137871159" sldId="260"/>
            <ac:spMk id="6" creationId="{F77592A5-91D0-A4C7-7B4D-2B75E7B0B0CB}"/>
          </ac:spMkLst>
        </pc:spChg>
        <pc:spChg chg="add mod">
          <ac:chgData name="Kedree Proffitt" userId="cf51b1b7-7481-4dd8-85bf-a141dc4bc53e" providerId="ADAL" clId="{6CCD24BE-3D7A-4092-BFF6-F4CE2743B410}" dt="2025-09-07T19:35:23.394" v="23" actId="1076"/>
          <ac:spMkLst>
            <pc:docMk/>
            <pc:sldMk cId="3137871159" sldId="260"/>
            <ac:spMk id="7" creationId="{A7654D62-6AE8-94AE-EFE9-4AA9E0848013}"/>
          </ac:spMkLst>
        </pc:spChg>
        <pc:spChg chg="add mod">
          <ac:chgData name="Kedree Proffitt" userId="cf51b1b7-7481-4dd8-85bf-a141dc4bc53e" providerId="ADAL" clId="{6CCD24BE-3D7A-4092-BFF6-F4CE2743B410}" dt="2025-09-07T19:35:29.009" v="25" actId="1076"/>
          <ac:spMkLst>
            <pc:docMk/>
            <pc:sldMk cId="3137871159" sldId="260"/>
            <ac:spMk id="8" creationId="{A32AF467-542A-9238-F876-A57F3B89B3E1}"/>
          </ac:spMkLst>
        </pc:spChg>
        <pc:spChg chg="add mod">
          <ac:chgData name="Kedree Proffitt" userId="cf51b1b7-7481-4dd8-85bf-a141dc4bc53e" providerId="ADAL" clId="{6CCD24BE-3D7A-4092-BFF6-F4CE2743B410}" dt="2025-09-07T19:35:34.383" v="27" actId="1076"/>
          <ac:spMkLst>
            <pc:docMk/>
            <pc:sldMk cId="3137871159" sldId="260"/>
            <ac:spMk id="10" creationId="{56085A24-2420-0C70-1B6B-5E66BA7617F7}"/>
          </ac:spMkLst>
        </pc:spChg>
        <pc:spChg chg="add mod">
          <ac:chgData name="Kedree Proffitt" userId="cf51b1b7-7481-4dd8-85bf-a141dc4bc53e" providerId="ADAL" clId="{6CCD24BE-3D7A-4092-BFF6-F4CE2743B410}" dt="2025-09-07T19:35:37.751" v="29" actId="1076"/>
          <ac:spMkLst>
            <pc:docMk/>
            <pc:sldMk cId="3137871159" sldId="260"/>
            <ac:spMk id="12" creationId="{040F740A-4719-EF68-9CD0-CDF932153DA1}"/>
          </ac:spMkLst>
        </pc:spChg>
        <pc:spChg chg="add mod">
          <ac:chgData name="Kedree Proffitt" userId="cf51b1b7-7481-4dd8-85bf-a141dc4bc53e" providerId="ADAL" clId="{6CCD24BE-3D7A-4092-BFF6-F4CE2743B410}" dt="2025-09-07T19:35:40.892" v="31" actId="1076"/>
          <ac:spMkLst>
            <pc:docMk/>
            <pc:sldMk cId="3137871159" sldId="260"/>
            <ac:spMk id="13" creationId="{072FABD3-9DE1-1F22-2DA4-E6A6F17B07BB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9:36:08.139" v="42" actId="1076"/>
        <pc:sldMkLst>
          <pc:docMk/>
          <pc:sldMk cId="3482669504" sldId="261"/>
        </pc:sldMkLst>
        <pc:spChg chg="add mod">
          <ac:chgData name="Kedree Proffitt" userId="cf51b1b7-7481-4dd8-85bf-a141dc4bc53e" providerId="ADAL" clId="{6CCD24BE-3D7A-4092-BFF6-F4CE2743B410}" dt="2025-09-07T19:35:51.438" v="34" actId="14100"/>
          <ac:spMkLst>
            <pc:docMk/>
            <pc:sldMk cId="3482669504" sldId="261"/>
            <ac:spMk id="4" creationId="{08E98DB2-C967-F51C-C638-7B83D36658FD}"/>
          </ac:spMkLst>
        </pc:spChg>
        <pc:spChg chg="add mod">
          <ac:chgData name="Kedree Proffitt" userId="cf51b1b7-7481-4dd8-85bf-a141dc4bc53e" providerId="ADAL" clId="{6CCD24BE-3D7A-4092-BFF6-F4CE2743B410}" dt="2025-09-07T19:35:58.144" v="37" actId="14100"/>
          <ac:spMkLst>
            <pc:docMk/>
            <pc:sldMk cId="3482669504" sldId="261"/>
            <ac:spMk id="6" creationId="{BC45170A-2F61-FAC8-CCFF-D446397C3645}"/>
          </ac:spMkLst>
        </pc:spChg>
        <pc:spChg chg="add mod">
          <ac:chgData name="Kedree Proffitt" userId="cf51b1b7-7481-4dd8-85bf-a141dc4bc53e" providerId="ADAL" clId="{6CCD24BE-3D7A-4092-BFF6-F4CE2743B410}" dt="2025-09-07T19:36:04.442" v="40" actId="14100"/>
          <ac:spMkLst>
            <pc:docMk/>
            <pc:sldMk cId="3482669504" sldId="261"/>
            <ac:spMk id="7" creationId="{8A317411-1D62-2226-0559-947B89989C94}"/>
          </ac:spMkLst>
        </pc:spChg>
        <pc:spChg chg="add mod">
          <ac:chgData name="Kedree Proffitt" userId="cf51b1b7-7481-4dd8-85bf-a141dc4bc53e" providerId="ADAL" clId="{6CCD24BE-3D7A-4092-BFF6-F4CE2743B410}" dt="2025-09-07T19:36:08.139" v="42" actId="1076"/>
          <ac:spMkLst>
            <pc:docMk/>
            <pc:sldMk cId="3482669504" sldId="261"/>
            <ac:spMk id="8" creationId="{5682BEA2-F015-2DDD-EB59-9F2AE9D511EF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9:34:38.999" v="12"/>
        <pc:sldMkLst>
          <pc:docMk/>
          <pc:sldMk cId="1125339742" sldId="262"/>
        </pc:sldMkLst>
      </pc:sldChg>
      <pc:sldChg chg="addSp modSp mod modAnim">
        <pc:chgData name="Kedree Proffitt" userId="cf51b1b7-7481-4dd8-85bf-a141dc4bc53e" providerId="ADAL" clId="{6CCD24BE-3D7A-4092-BFF6-F4CE2743B410}" dt="2025-09-07T19:36:30.589" v="51" actId="14100"/>
        <pc:sldMkLst>
          <pc:docMk/>
          <pc:sldMk cId="512492280" sldId="266"/>
        </pc:sldMkLst>
        <pc:spChg chg="add mod">
          <ac:chgData name="Kedree Proffitt" userId="cf51b1b7-7481-4dd8-85bf-a141dc4bc53e" providerId="ADAL" clId="{6CCD24BE-3D7A-4092-BFF6-F4CE2743B410}" dt="2025-09-07T19:36:20.883" v="45" actId="14100"/>
          <ac:spMkLst>
            <pc:docMk/>
            <pc:sldMk cId="512492280" sldId="266"/>
            <ac:spMk id="7" creationId="{DB4C1D93-E8FB-7CDC-E0E4-DBE35B767EBC}"/>
          </ac:spMkLst>
        </pc:spChg>
        <pc:spChg chg="add mod">
          <ac:chgData name="Kedree Proffitt" userId="cf51b1b7-7481-4dd8-85bf-a141dc4bc53e" providerId="ADAL" clId="{6CCD24BE-3D7A-4092-BFF6-F4CE2743B410}" dt="2025-09-07T19:36:25.790" v="48" actId="14100"/>
          <ac:spMkLst>
            <pc:docMk/>
            <pc:sldMk cId="512492280" sldId="266"/>
            <ac:spMk id="8" creationId="{10F868EE-8F83-8CFD-8F29-BA7B574FEF4F}"/>
          </ac:spMkLst>
        </pc:spChg>
        <pc:spChg chg="add mod">
          <ac:chgData name="Kedree Proffitt" userId="cf51b1b7-7481-4dd8-85bf-a141dc4bc53e" providerId="ADAL" clId="{6CCD24BE-3D7A-4092-BFF6-F4CE2743B410}" dt="2025-09-07T19:36:30.589" v="51" actId="14100"/>
          <ac:spMkLst>
            <pc:docMk/>
            <pc:sldMk cId="512492280" sldId="266"/>
            <ac:spMk id="9" creationId="{E27547CA-CDD0-4927-8F84-3A2496647ABB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9:36:50.393" v="60" actId="14100"/>
        <pc:sldMkLst>
          <pc:docMk/>
          <pc:sldMk cId="3185598712" sldId="267"/>
        </pc:sldMkLst>
        <pc:spChg chg="add mod">
          <ac:chgData name="Kedree Proffitt" userId="cf51b1b7-7481-4dd8-85bf-a141dc4bc53e" providerId="ADAL" clId="{6CCD24BE-3D7A-4092-BFF6-F4CE2743B410}" dt="2025-09-07T19:36:39.197" v="54" actId="14100"/>
          <ac:spMkLst>
            <pc:docMk/>
            <pc:sldMk cId="3185598712" sldId="267"/>
            <ac:spMk id="7" creationId="{64850798-2C3F-C341-1E9F-484861BCB866}"/>
          </ac:spMkLst>
        </pc:spChg>
        <pc:spChg chg="add mod">
          <ac:chgData name="Kedree Proffitt" userId="cf51b1b7-7481-4dd8-85bf-a141dc4bc53e" providerId="ADAL" clId="{6CCD24BE-3D7A-4092-BFF6-F4CE2743B410}" dt="2025-09-07T19:36:44.722" v="57" actId="14100"/>
          <ac:spMkLst>
            <pc:docMk/>
            <pc:sldMk cId="3185598712" sldId="267"/>
            <ac:spMk id="8" creationId="{F73917C3-F716-E5D8-649E-334B923CFD2E}"/>
          </ac:spMkLst>
        </pc:spChg>
        <pc:spChg chg="add mod">
          <ac:chgData name="Kedree Proffitt" userId="cf51b1b7-7481-4dd8-85bf-a141dc4bc53e" providerId="ADAL" clId="{6CCD24BE-3D7A-4092-BFF6-F4CE2743B410}" dt="2025-09-07T19:36:50.393" v="60" actId="14100"/>
          <ac:spMkLst>
            <pc:docMk/>
            <pc:sldMk cId="3185598712" sldId="267"/>
            <ac:spMk id="9" creationId="{C01B43CB-3144-5178-108A-76894FEDDB35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9:37:26.459" v="74" actId="1076"/>
        <pc:sldMkLst>
          <pc:docMk/>
          <pc:sldMk cId="1246864919" sldId="270"/>
        </pc:sldMkLst>
        <pc:spChg chg="add mod">
          <ac:chgData name="Kedree Proffitt" userId="cf51b1b7-7481-4dd8-85bf-a141dc4bc53e" providerId="ADAL" clId="{6CCD24BE-3D7A-4092-BFF6-F4CE2743B410}" dt="2025-09-07T19:37:02.767" v="63" actId="14100"/>
          <ac:spMkLst>
            <pc:docMk/>
            <pc:sldMk cId="1246864919" sldId="270"/>
            <ac:spMk id="6" creationId="{396498C1-E734-18B9-7491-4C5E04C996ED}"/>
          </ac:spMkLst>
        </pc:spChg>
        <pc:spChg chg="add mod">
          <ac:chgData name="Kedree Proffitt" userId="cf51b1b7-7481-4dd8-85bf-a141dc4bc53e" providerId="ADAL" clId="{6CCD24BE-3D7A-4092-BFF6-F4CE2743B410}" dt="2025-09-07T19:37:08.167" v="65" actId="1076"/>
          <ac:spMkLst>
            <pc:docMk/>
            <pc:sldMk cId="1246864919" sldId="270"/>
            <ac:spMk id="7" creationId="{0EB3D1C4-1CED-54DF-7F76-3E7BE640C794}"/>
          </ac:spMkLst>
        </pc:spChg>
        <pc:spChg chg="add mod">
          <ac:chgData name="Kedree Proffitt" userId="cf51b1b7-7481-4dd8-85bf-a141dc4bc53e" providerId="ADAL" clId="{6CCD24BE-3D7A-4092-BFF6-F4CE2743B410}" dt="2025-09-07T19:37:11.660" v="67" actId="1076"/>
          <ac:spMkLst>
            <pc:docMk/>
            <pc:sldMk cId="1246864919" sldId="270"/>
            <ac:spMk id="8" creationId="{8083D06A-273B-9E4F-A7CE-6357FB47DED2}"/>
          </ac:spMkLst>
        </pc:spChg>
        <pc:spChg chg="add mod">
          <ac:chgData name="Kedree Proffitt" userId="cf51b1b7-7481-4dd8-85bf-a141dc4bc53e" providerId="ADAL" clId="{6CCD24BE-3D7A-4092-BFF6-F4CE2743B410}" dt="2025-09-07T19:37:15.119" v="69" actId="1076"/>
          <ac:spMkLst>
            <pc:docMk/>
            <pc:sldMk cId="1246864919" sldId="270"/>
            <ac:spMk id="9" creationId="{05503391-E37C-0B24-A689-93A41B0F9BE7}"/>
          </ac:spMkLst>
        </pc:spChg>
        <pc:spChg chg="add mod">
          <ac:chgData name="Kedree Proffitt" userId="cf51b1b7-7481-4dd8-85bf-a141dc4bc53e" providerId="ADAL" clId="{6CCD24BE-3D7A-4092-BFF6-F4CE2743B410}" dt="2025-09-07T19:37:21.756" v="72" actId="14100"/>
          <ac:spMkLst>
            <pc:docMk/>
            <pc:sldMk cId="1246864919" sldId="270"/>
            <ac:spMk id="10" creationId="{68ABE58A-6B88-070C-3896-1B1762A0C5B6}"/>
          </ac:spMkLst>
        </pc:spChg>
        <pc:spChg chg="add mod">
          <ac:chgData name="Kedree Proffitt" userId="cf51b1b7-7481-4dd8-85bf-a141dc4bc53e" providerId="ADAL" clId="{6CCD24BE-3D7A-4092-BFF6-F4CE2743B410}" dt="2025-09-07T19:37:26.459" v="74" actId="1076"/>
          <ac:spMkLst>
            <pc:docMk/>
            <pc:sldMk cId="1246864919" sldId="270"/>
            <ac:spMk id="11" creationId="{AE123709-598E-D121-B33C-649EF9B47FF2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39AB00-B8EE-4DE1-9EF8-61FD2E43819A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893AF97-2CB2-4986-80B1-4C946C39E257}">
          <dgm:prSet/>
          <dgm:spPr>
            <a:ln>
              <a:solidFill>
                <a:srgbClr val="3081ED"/>
              </a:solidFill>
            </a:ln>
          </dgm:spPr>
          <dgm:t>
            <a:bodyPr/>
            <a:lstStyle/>
            <a:p>
              <a:r>
                <a:rPr lang="en-US" dirty="0"/>
                <a:t>Alpha Emission (</a:t>
              </a:r>
              <a14:m>
                <m:oMath xmlns:m="http://schemas.openxmlformats.org/officeDocument/2006/math">
                  <m:r>
                    <a:rPr lang="en-US" i="1">
                      <a:latin typeface="Cambria Math" panose="02040503050406030204" pitchFamily="18" charset="0"/>
                    </a:rPr>
                    <m:t>𝛼</m:t>
                  </m:r>
                  <m:r>
                    <a:rPr lang="en-US" b="0" i="1">
                      <a:latin typeface="Cambria Math" panose="02040503050406030204" pitchFamily="18" charset="0"/>
                    </a:rPr>
                    <m:t>, </m:t>
                  </m:r>
                  <m:sPre>
                    <m:sPre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PrePr>
                    <m:sub>
                      <m:r>
                        <a:rPr lang="en-US" b="0" i="1"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lang="en-US" b="0" i="1">
                          <a:latin typeface="Cambria Math" panose="02040503050406030204" pitchFamily="18" charset="0"/>
                        </a:rPr>
                        <m:t>4</m:t>
                      </m:r>
                    </m:sup>
                    <m:e>
                      <m:r>
                        <m:rPr>
                          <m:nor/>
                        </m:rPr>
                        <a:rPr lang="en-US" b="0" i="0"/>
                        <m:t>He</m:t>
                      </m:r>
                    </m:e>
                  </m:sPre>
                </m:oMath>
              </a14:m>
              <a:r>
                <a:rPr lang="en-US" dirty="0"/>
                <a:t>)</a:t>
              </a:r>
            </a:p>
          </dgm:t>
        </dgm:pt>
      </mc:Choice>
      <mc:Fallback xmlns="">
        <dgm:pt modelId="{D893AF97-2CB2-4986-80B1-4C946C39E257}">
          <dgm:prSet/>
          <dgm:spPr>
            <a:ln>
              <a:solidFill>
                <a:srgbClr val="3081ED"/>
              </a:solidFill>
            </a:ln>
          </dgm:spPr>
          <dgm:t>
            <a:bodyPr/>
            <a:lstStyle/>
            <a:p>
              <a:r>
                <a:rPr lang="en-US" dirty="0"/>
                <a:t>Alpha Emission (</a:t>
              </a:r>
              <a:r>
                <a:rPr lang="en-US" i="0"/>
                <a:t>𝛼</a:t>
              </a:r>
              <a:r>
                <a:rPr lang="en-US" b="0" i="0"/>
                <a:t>, (_2^4)"He" </a:t>
              </a:r>
              <a:r>
                <a:rPr lang="en-US" dirty="0"/>
                <a:t>)</a:t>
              </a:r>
            </a:p>
          </dgm:t>
        </dgm:pt>
      </mc:Fallback>
    </mc:AlternateContent>
    <dgm:pt modelId="{C733DF78-75BE-45AC-AEC3-E092169FBAF1}" type="parTrans" cxnId="{2773C980-14E9-4480-9115-97F880451AF7}">
      <dgm:prSet/>
      <dgm:spPr/>
      <dgm:t>
        <a:bodyPr/>
        <a:lstStyle/>
        <a:p>
          <a:endParaRPr lang="en-US"/>
        </a:p>
      </dgm:t>
    </dgm:pt>
    <dgm:pt modelId="{8E7DCE83-B8C9-47FF-88CB-EE475BB236A3}" type="sibTrans" cxnId="{2773C980-14E9-4480-9115-97F880451AF7}">
      <dgm:prSet/>
      <dgm:spPr/>
      <dgm:t>
        <a:bodyPr/>
        <a:lstStyle/>
        <a:p>
          <a:endParaRPr lang="en-US"/>
        </a:p>
      </dgm:t>
    </dgm:pt>
    <dgm:pt modelId="{3FFB4431-1D32-45DF-948F-C78C1BF3FEF4}">
      <dgm:prSet/>
      <dgm:spPr/>
      <dgm:t>
        <a:bodyPr/>
        <a:lstStyle/>
        <a:p>
          <a:r>
            <a:rPr lang="en-US"/>
            <a:t>Massive</a:t>
          </a:r>
        </a:p>
      </dgm:t>
    </dgm:pt>
    <dgm:pt modelId="{A8904229-3562-4B28-A60B-A374A35C1A19}" type="parTrans" cxnId="{06CE18A9-7128-4024-B8CE-D52402DA252A}">
      <dgm:prSet/>
      <dgm:spPr/>
      <dgm:t>
        <a:bodyPr/>
        <a:lstStyle/>
        <a:p>
          <a:endParaRPr lang="en-US"/>
        </a:p>
      </dgm:t>
    </dgm:pt>
    <dgm:pt modelId="{183457B8-8D35-474A-A6F1-7AA69BDFEC7F}" type="sibTrans" cxnId="{06CE18A9-7128-4024-B8CE-D52402DA252A}">
      <dgm:prSet/>
      <dgm:spPr/>
      <dgm:t>
        <a:bodyPr/>
        <a:lstStyle/>
        <a:p>
          <a:endParaRPr lang="en-US"/>
        </a:p>
      </dgm:t>
    </dgm:pt>
    <dgm:pt modelId="{D78C263E-2248-4CE0-A133-F57AEA160FB3}">
      <dgm:prSet/>
      <dgm:spPr/>
      <dgm:t>
        <a:bodyPr/>
        <a:lstStyle/>
        <a:p>
          <a:r>
            <a:rPr lang="en-US" dirty="0"/>
            <a:t>Charged (+2)</a:t>
          </a:r>
        </a:p>
      </dgm:t>
    </dgm:pt>
    <dgm:pt modelId="{380CE5EC-0929-4373-9EB7-BF35EEE779DC}" type="parTrans" cxnId="{9000BFEB-483E-4687-8595-87944868543F}">
      <dgm:prSet/>
      <dgm:spPr/>
      <dgm:t>
        <a:bodyPr/>
        <a:lstStyle/>
        <a:p>
          <a:endParaRPr lang="en-US"/>
        </a:p>
      </dgm:t>
    </dgm:pt>
    <dgm:pt modelId="{DEFB9624-E53B-4F6D-9013-8ACE523FA2AE}" type="sibTrans" cxnId="{9000BFEB-483E-4687-8595-87944868543F}">
      <dgm:prSet/>
      <dgm:spPr/>
      <dgm:t>
        <a:bodyPr/>
        <a:lstStyle/>
        <a:p>
          <a:endParaRPr lang="en-US"/>
        </a:p>
      </dgm:t>
    </dgm:pt>
    <dgm:pt modelId="{2A17988D-100B-4364-BF18-EE98E108E17A}">
      <dgm:prSet/>
      <dgm:spPr/>
      <dgm:t>
        <a:bodyPr/>
        <a:lstStyle/>
        <a:p>
          <a:r>
            <a:rPr lang="en-US"/>
            <a:t>Low penetration</a:t>
          </a:r>
        </a:p>
      </dgm:t>
    </dgm:pt>
    <dgm:pt modelId="{4F9EBD66-8F67-4BCA-845F-24FE0A57504D}" type="parTrans" cxnId="{35DD80AC-E923-45C1-BF1C-C48DF9512507}">
      <dgm:prSet/>
      <dgm:spPr/>
      <dgm:t>
        <a:bodyPr/>
        <a:lstStyle/>
        <a:p>
          <a:endParaRPr lang="en-US"/>
        </a:p>
      </dgm:t>
    </dgm:pt>
    <dgm:pt modelId="{831B6254-F7EB-4AF1-B393-A7FB29E1F403}" type="sibTrans" cxnId="{35DD80AC-E923-45C1-BF1C-C48DF951250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D6D8547-DFDB-48EF-A051-8A0A5263C1D3}">
          <dgm:prSet/>
          <dgm:spPr>
            <a:solidFill>
              <a:srgbClr val="5E9DF1"/>
            </a:solidFill>
          </dgm:spPr>
          <dgm:t>
            <a:bodyPr/>
            <a:lstStyle/>
            <a:p>
              <a:r>
                <a:rPr lang="en-US"/>
                <a:t>Beta Emission (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</m:e>
                    <m:sup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</m:sup>
                  </m:sSup>
                  <m:r>
                    <a:rPr lang="en-US" b="0" i="1">
                      <a:latin typeface="Cambria Math" panose="02040503050406030204" pitchFamily="18" charset="0"/>
                    </a:rPr>
                    <m:t>, </m:t>
                  </m:r>
                  <m:sSup>
                    <m:sSup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b="0" i="1">
                          <a:latin typeface="Cambria Math" panose="02040503050406030204" pitchFamily="18" charset="0"/>
                        </a:rPr>
                        <m:t>𝛽</m:t>
                      </m:r>
                    </m:e>
                    <m:sup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</m:sup>
                  </m:sSup>
                </m:oMath>
              </a14:m>
              <a:r>
                <a:rPr lang="en-US"/>
                <a:t>)</a:t>
              </a:r>
            </a:p>
          </dgm:t>
        </dgm:pt>
      </mc:Choice>
      <mc:Fallback xmlns="">
        <dgm:pt modelId="{FD6D8547-DFDB-48EF-A051-8A0A5263C1D3}">
          <dgm:prSet/>
          <dgm:spPr>
            <a:solidFill>
              <a:srgbClr val="5E9DF1"/>
            </a:solidFill>
          </dgm:spPr>
          <dgm:t>
            <a:bodyPr/>
            <a:lstStyle/>
            <a:p>
              <a:r>
                <a:rPr lang="en-US"/>
                <a:t>Beta Emission (</a:t>
              </a:r>
              <a:r>
                <a:rPr lang="en-US" i="0"/>
                <a:t>𝛽^</a:t>
              </a:r>
              <a:r>
                <a:rPr lang="en-US" b="0" i="0"/>
                <a:t>−, 𝛽^+</a:t>
              </a:r>
              <a:r>
                <a:rPr lang="en-US"/>
                <a:t>)</a:t>
              </a:r>
            </a:p>
          </dgm:t>
        </dgm:pt>
      </mc:Fallback>
    </mc:AlternateContent>
    <dgm:pt modelId="{B459ED41-C516-488E-8002-EC645A22D4D9}" type="parTrans" cxnId="{F8BAD71C-A014-4A4D-8293-83EE16E2923A}">
      <dgm:prSet/>
      <dgm:spPr/>
      <dgm:t>
        <a:bodyPr/>
        <a:lstStyle/>
        <a:p>
          <a:endParaRPr lang="en-US"/>
        </a:p>
      </dgm:t>
    </dgm:pt>
    <dgm:pt modelId="{955FCC06-544C-4A29-A504-D610D26239EA}" type="sibTrans" cxnId="{F8BAD71C-A014-4A4D-8293-83EE16E2923A}">
      <dgm:prSet/>
      <dgm:spPr/>
      <dgm:t>
        <a:bodyPr/>
        <a:lstStyle/>
        <a:p>
          <a:endParaRPr lang="en-US"/>
        </a:p>
      </dgm:t>
    </dgm:pt>
    <dgm:pt modelId="{8BCB5A04-DA2D-4ED4-8DD8-EFB35B97FFC2}">
      <dgm:prSet/>
      <dgm:spPr/>
      <dgm:t>
        <a:bodyPr/>
        <a:lstStyle/>
        <a:p>
          <a:r>
            <a:rPr lang="en-US" dirty="0"/>
            <a:t>Low weight</a:t>
          </a:r>
        </a:p>
      </dgm:t>
    </dgm:pt>
    <dgm:pt modelId="{D0E06FF1-5DDD-4792-9EF1-3745060C7057}" type="parTrans" cxnId="{52E69CAC-738A-4E39-B68F-6633BD9C861C}">
      <dgm:prSet/>
      <dgm:spPr/>
      <dgm:t>
        <a:bodyPr/>
        <a:lstStyle/>
        <a:p>
          <a:endParaRPr lang="en-US"/>
        </a:p>
      </dgm:t>
    </dgm:pt>
    <dgm:pt modelId="{E8D73A79-169C-45C7-B6E4-CD96004989E6}" type="sibTrans" cxnId="{52E69CAC-738A-4E39-B68F-6633BD9C861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DD96A5C-07CE-41C4-A9C6-4789BAAAD42E}">
          <dgm:prSet/>
          <dgm:spPr/>
          <dgm:t>
            <a:bodyPr/>
            <a:lstStyle/>
            <a:p>
              <a:r>
                <a:rPr lang="en-US"/>
                <a:t>Charged (</a:t>
              </a:r>
              <a14:m>
                <m:oMath xmlns:m="http://schemas.openxmlformats.org/officeDocument/2006/math">
                  <m:r>
                    <a:rPr lang="en-US" i="1">
                      <a:latin typeface="Cambria Math" panose="02040503050406030204" pitchFamily="18" charset="0"/>
                    </a:rPr>
                    <m:t>±</m:t>
                  </m:r>
                  <m:r>
                    <a:rPr lang="en-US" b="0" i="1">
                      <a:latin typeface="Cambria Math" panose="02040503050406030204" pitchFamily="18" charset="0"/>
                    </a:rPr>
                    <m:t>1</m:t>
                  </m:r>
                </m:oMath>
              </a14:m>
              <a:r>
                <a:rPr lang="en-US"/>
                <a:t>)</a:t>
              </a:r>
            </a:p>
          </dgm:t>
        </dgm:pt>
      </mc:Choice>
      <mc:Fallback xmlns="">
        <dgm:pt modelId="{2DD96A5C-07CE-41C4-A9C6-4789BAAAD42E}">
          <dgm:prSet/>
          <dgm:spPr/>
          <dgm:t>
            <a:bodyPr/>
            <a:lstStyle/>
            <a:p>
              <a:r>
                <a:rPr lang="en-US"/>
                <a:t>Charged (</a:t>
              </a:r>
              <a:r>
                <a:rPr lang="en-US" i="0"/>
                <a:t>±</a:t>
              </a:r>
              <a:r>
                <a:rPr lang="en-US" b="0" i="0"/>
                <a:t>1</a:t>
              </a:r>
              <a:r>
                <a:rPr lang="en-US"/>
                <a:t>)</a:t>
              </a:r>
            </a:p>
          </dgm:t>
        </dgm:pt>
      </mc:Fallback>
    </mc:AlternateContent>
    <dgm:pt modelId="{AC4462A5-1BEB-481E-9025-C8D49BBDBCDD}" type="parTrans" cxnId="{4120D3BC-B668-4382-9CA8-F4D42AE3840C}">
      <dgm:prSet/>
      <dgm:spPr/>
      <dgm:t>
        <a:bodyPr/>
        <a:lstStyle/>
        <a:p>
          <a:endParaRPr lang="en-US"/>
        </a:p>
      </dgm:t>
    </dgm:pt>
    <dgm:pt modelId="{149629DA-7976-4BDF-86D0-05D6DA5A938B}" type="sibTrans" cxnId="{4120D3BC-B668-4382-9CA8-F4D42AE3840C}">
      <dgm:prSet/>
      <dgm:spPr/>
      <dgm:t>
        <a:bodyPr/>
        <a:lstStyle/>
        <a:p>
          <a:endParaRPr lang="en-US"/>
        </a:p>
      </dgm:t>
    </dgm:pt>
    <dgm:pt modelId="{B77BAA2E-165D-4A11-8DC0-9BE5919B8F30}">
      <dgm:prSet/>
      <dgm:spPr/>
      <dgm:t>
        <a:bodyPr/>
        <a:lstStyle/>
        <a:p>
          <a:r>
            <a:rPr lang="en-US"/>
            <a:t>Medium penetration (very energy dependent)</a:t>
          </a:r>
        </a:p>
      </dgm:t>
    </dgm:pt>
    <dgm:pt modelId="{E1E90934-D413-4F25-8202-C6953C1D98AD}" type="parTrans" cxnId="{FCD855D6-19F7-451D-A6A9-827A0F4C3A79}">
      <dgm:prSet/>
      <dgm:spPr/>
      <dgm:t>
        <a:bodyPr/>
        <a:lstStyle/>
        <a:p>
          <a:endParaRPr lang="en-US"/>
        </a:p>
      </dgm:t>
    </dgm:pt>
    <dgm:pt modelId="{962D167B-8263-4E2C-8EE8-3CD6D95A53F1}" type="sibTrans" cxnId="{FCD855D6-19F7-451D-A6A9-827A0F4C3A7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6F8F4F7-8B23-46E8-A2C1-2C1D8BFDC695}">
          <dgm:prSet/>
          <dgm:spPr>
            <a:ln>
              <a:solidFill>
                <a:srgbClr val="8CB9F5"/>
              </a:solidFill>
            </a:ln>
          </dgm:spPr>
          <dgm:t>
            <a:bodyPr/>
            <a:lstStyle/>
            <a:p>
              <a:r>
                <a:rPr lang="en-US"/>
                <a:t>Gamma Emission (</a:t>
              </a:r>
              <a14:m>
                <m:oMath xmlns:m="http://schemas.openxmlformats.org/officeDocument/2006/math">
                  <m:r>
                    <a:rPr lang="en-US" i="1">
                      <a:latin typeface="Cambria Math" panose="02040503050406030204" pitchFamily="18" charset="0"/>
                    </a:rPr>
                    <m:t>𝛾</m:t>
                  </m:r>
                </m:oMath>
              </a14:m>
              <a:r>
                <a:rPr lang="en-US"/>
                <a:t>)</a:t>
              </a:r>
            </a:p>
          </dgm:t>
        </dgm:pt>
      </mc:Choice>
      <mc:Fallback xmlns="">
        <dgm:pt modelId="{E6F8F4F7-8B23-46E8-A2C1-2C1D8BFDC695}">
          <dgm:prSet/>
          <dgm:spPr>
            <a:ln>
              <a:solidFill>
                <a:srgbClr val="8CB9F5"/>
              </a:solidFill>
            </a:ln>
          </dgm:spPr>
          <dgm:t>
            <a:bodyPr/>
            <a:lstStyle/>
            <a:p>
              <a:r>
                <a:rPr lang="en-US"/>
                <a:t>Gamma Emission (</a:t>
              </a:r>
              <a:r>
                <a:rPr lang="en-US" i="0"/>
                <a:t>𝛾</a:t>
              </a:r>
              <a:r>
                <a:rPr lang="en-US"/>
                <a:t>)</a:t>
              </a:r>
            </a:p>
          </dgm:t>
        </dgm:pt>
      </mc:Fallback>
    </mc:AlternateContent>
    <dgm:pt modelId="{6CE8866E-4D4B-48A6-A3F2-7BBA35AB2DB1}" type="parTrans" cxnId="{395EA1A9-F60B-4BEF-9E54-4FCBE0F10708}">
      <dgm:prSet/>
      <dgm:spPr/>
      <dgm:t>
        <a:bodyPr/>
        <a:lstStyle/>
        <a:p>
          <a:endParaRPr lang="en-US"/>
        </a:p>
      </dgm:t>
    </dgm:pt>
    <dgm:pt modelId="{E741199C-307C-4BC3-8A2C-086E46CDB2A2}" type="sibTrans" cxnId="{395EA1A9-F60B-4BEF-9E54-4FCBE0F10708}">
      <dgm:prSet/>
      <dgm:spPr/>
      <dgm:t>
        <a:bodyPr/>
        <a:lstStyle/>
        <a:p>
          <a:endParaRPr lang="en-US"/>
        </a:p>
      </dgm:t>
    </dgm:pt>
    <dgm:pt modelId="{49EC2FDF-7364-4D6F-999D-C55319EE42CE}">
      <dgm:prSet/>
      <dgm:spPr/>
      <dgm:t>
        <a:bodyPr/>
        <a:lstStyle/>
        <a:p>
          <a:r>
            <a:rPr lang="en-US"/>
            <a:t>Massless</a:t>
          </a:r>
        </a:p>
      </dgm:t>
    </dgm:pt>
    <dgm:pt modelId="{250FD5D0-5305-4183-8A3B-F4DA888B90AB}" type="parTrans" cxnId="{19B9F435-BFF1-406E-8118-B90535B53372}">
      <dgm:prSet/>
      <dgm:spPr/>
      <dgm:t>
        <a:bodyPr/>
        <a:lstStyle/>
        <a:p>
          <a:endParaRPr lang="en-US"/>
        </a:p>
      </dgm:t>
    </dgm:pt>
    <dgm:pt modelId="{181C9663-080E-4916-85D0-A271908BCD8D}" type="sibTrans" cxnId="{19B9F435-BFF1-406E-8118-B90535B53372}">
      <dgm:prSet/>
      <dgm:spPr/>
      <dgm:t>
        <a:bodyPr/>
        <a:lstStyle/>
        <a:p>
          <a:endParaRPr lang="en-US"/>
        </a:p>
      </dgm:t>
    </dgm:pt>
    <dgm:pt modelId="{1275B00C-F28B-4AF3-B08E-465D61E8D7EE}">
      <dgm:prSet/>
      <dgm:spPr/>
      <dgm:t>
        <a:bodyPr/>
        <a:lstStyle/>
        <a:p>
          <a:r>
            <a:rPr lang="en-US"/>
            <a:t>No charge</a:t>
          </a:r>
        </a:p>
      </dgm:t>
    </dgm:pt>
    <dgm:pt modelId="{2CF4511A-82F8-4B87-BB5F-EDDB101A8994}" type="parTrans" cxnId="{756CEF98-3C51-43EC-B115-6861B5999F13}">
      <dgm:prSet/>
      <dgm:spPr/>
      <dgm:t>
        <a:bodyPr/>
        <a:lstStyle/>
        <a:p>
          <a:endParaRPr lang="en-US"/>
        </a:p>
      </dgm:t>
    </dgm:pt>
    <dgm:pt modelId="{2D6AFD4C-E609-4B9E-88B7-ADE0FA58E984}" type="sibTrans" cxnId="{756CEF98-3C51-43EC-B115-6861B5999F13}">
      <dgm:prSet/>
      <dgm:spPr/>
      <dgm:t>
        <a:bodyPr/>
        <a:lstStyle/>
        <a:p>
          <a:endParaRPr lang="en-US"/>
        </a:p>
      </dgm:t>
    </dgm:pt>
    <dgm:pt modelId="{BE90ED4F-86AD-43DF-9E71-77958C601B13}">
      <dgm:prSet/>
      <dgm:spPr/>
      <dgm:t>
        <a:bodyPr/>
        <a:lstStyle/>
        <a:p>
          <a:r>
            <a:rPr lang="en-US"/>
            <a:t>High Penetration</a:t>
          </a:r>
        </a:p>
      </dgm:t>
    </dgm:pt>
    <dgm:pt modelId="{4F395E29-F281-4597-999A-9997DF1CE891}" type="parTrans" cxnId="{24F87ABF-3B8F-418F-AD83-069235D12FA4}">
      <dgm:prSet/>
      <dgm:spPr/>
      <dgm:t>
        <a:bodyPr/>
        <a:lstStyle/>
        <a:p>
          <a:endParaRPr lang="en-US"/>
        </a:p>
      </dgm:t>
    </dgm:pt>
    <dgm:pt modelId="{37B22B0F-7CC1-4597-8FAD-18D44064AD0D}" type="sibTrans" cxnId="{24F87ABF-3B8F-418F-AD83-069235D12FA4}">
      <dgm:prSet/>
      <dgm:spPr/>
      <dgm:t>
        <a:bodyPr/>
        <a:lstStyle/>
        <a:p>
          <a:endParaRPr lang="en-US"/>
        </a:p>
      </dgm:t>
    </dgm:pt>
    <dgm:pt modelId="{B0AC6AC1-DE92-4FDB-8E0F-855E3DB173CA}" type="pres">
      <dgm:prSet presAssocID="{3239AB00-B8EE-4DE1-9EF8-61FD2E43819A}" presName="linear" presStyleCnt="0">
        <dgm:presLayoutVars>
          <dgm:animLvl val="lvl"/>
          <dgm:resizeHandles val="exact"/>
        </dgm:presLayoutVars>
      </dgm:prSet>
      <dgm:spPr/>
    </dgm:pt>
    <dgm:pt modelId="{CCBBAAFC-8357-4B4E-A697-280BDA20875A}" type="pres">
      <dgm:prSet presAssocID="{D893AF97-2CB2-4986-80B1-4C946C39E25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B2DED34-A621-4637-8ADB-D7B6BDDF24CD}" type="pres">
      <dgm:prSet presAssocID="{D893AF97-2CB2-4986-80B1-4C946C39E257}" presName="childText" presStyleLbl="revTx" presStyleIdx="0" presStyleCnt="3">
        <dgm:presLayoutVars>
          <dgm:bulletEnabled val="1"/>
        </dgm:presLayoutVars>
      </dgm:prSet>
      <dgm:spPr/>
    </dgm:pt>
    <dgm:pt modelId="{A01846CB-E97E-4C58-87CA-AE02ED60EFCC}" type="pres">
      <dgm:prSet presAssocID="{FD6D8547-DFDB-48EF-A051-8A0A5263C1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C6CBFF2-E6F7-4970-9DAA-C0E7E14D45D3}" type="pres">
      <dgm:prSet presAssocID="{FD6D8547-DFDB-48EF-A051-8A0A5263C1D3}" presName="childText" presStyleLbl="revTx" presStyleIdx="1" presStyleCnt="3">
        <dgm:presLayoutVars>
          <dgm:bulletEnabled val="1"/>
        </dgm:presLayoutVars>
      </dgm:prSet>
      <dgm:spPr/>
    </dgm:pt>
    <dgm:pt modelId="{433D7BB2-F13D-41F2-AB5D-E27C1BD4C662}" type="pres">
      <dgm:prSet presAssocID="{E6F8F4F7-8B23-46E8-A2C1-2C1D8BFDC6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805F976-AF5A-4459-B03C-FCB4A490C57D}" type="pres">
      <dgm:prSet presAssocID="{E6F8F4F7-8B23-46E8-A2C1-2C1D8BFDC69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47C3D0F-4DE9-482C-8FFF-2D98203CE09F}" type="presOf" srcId="{BE90ED4F-86AD-43DF-9E71-77958C601B13}" destId="{B805F976-AF5A-4459-B03C-FCB4A490C57D}" srcOrd="0" destOrd="2" presId="urn:microsoft.com/office/officeart/2005/8/layout/vList2"/>
    <dgm:cxn modelId="{F8BAD71C-A014-4A4D-8293-83EE16E2923A}" srcId="{3239AB00-B8EE-4DE1-9EF8-61FD2E43819A}" destId="{FD6D8547-DFDB-48EF-A051-8A0A5263C1D3}" srcOrd="1" destOrd="0" parTransId="{B459ED41-C516-488E-8002-EC645A22D4D9}" sibTransId="{955FCC06-544C-4A29-A504-D610D26239EA}"/>
    <dgm:cxn modelId="{19B9F435-BFF1-406E-8118-B90535B53372}" srcId="{E6F8F4F7-8B23-46E8-A2C1-2C1D8BFDC695}" destId="{49EC2FDF-7364-4D6F-999D-C55319EE42CE}" srcOrd="0" destOrd="0" parTransId="{250FD5D0-5305-4183-8A3B-F4DA888B90AB}" sibTransId="{181C9663-080E-4916-85D0-A271908BCD8D}"/>
    <dgm:cxn modelId="{9C48A95B-90DD-4353-8CB7-F5D47577E7E7}" type="presOf" srcId="{2A17988D-100B-4364-BF18-EE98E108E17A}" destId="{AB2DED34-A621-4637-8ADB-D7B6BDDF24CD}" srcOrd="0" destOrd="2" presId="urn:microsoft.com/office/officeart/2005/8/layout/vList2"/>
    <dgm:cxn modelId="{051E6A6E-89DD-4F34-9C88-95DA9A29E7AA}" type="presOf" srcId="{49EC2FDF-7364-4D6F-999D-C55319EE42CE}" destId="{B805F976-AF5A-4459-B03C-FCB4A490C57D}" srcOrd="0" destOrd="0" presId="urn:microsoft.com/office/officeart/2005/8/layout/vList2"/>
    <dgm:cxn modelId="{A7894E54-353F-41B9-98E6-6ADFF8DA4912}" type="presOf" srcId="{2DD96A5C-07CE-41C4-A9C6-4789BAAAD42E}" destId="{1C6CBFF2-E6F7-4970-9DAA-C0E7E14D45D3}" srcOrd="0" destOrd="1" presId="urn:microsoft.com/office/officeart/2005/8/layout/vList2"/>
    <dgm:cxn modelId="{5E3F7B75-C87E-4703-B069-6CA61AC16F58}" type="presOf" srcId="{D78C263E-2248-4CE0-A133-F57AEA160FB3}" destId="{AB2DED34-A621-4637-8ADB-D7B6BDDF24CD}" srcOrd="0" destOrd="1" presId="urn:microsoft.com/office/officeart/2005/8/layout/vList2"/>
    <dgm:cxn modelId="{2773C980-14E9-4480-9115-97F880451AF7}" srcId="{3239AB00-B8EE-4DE1-9EF8-61FD2E43819A}" destId="{D893AF97-2CB2-4986-80B1-4C946C39E257}" srcOrd="0" destOrd="0" parTransId="{C733DF78-75BE-45AC-AEC3-E092169FBAF1}" sibTransId="{8E7DCE83-B8C9-47FF-88CB-EE475BB236A3}"/>
    <dgm:cxn modelId="{E08EE293-D80E-4546-B154-4219FDB3DCDA}" type="presOf" srcId="{3FFB4431-1D32-45DF-948F-C78C1BF3FEF4}" destId="{AB2DED34-A621-4637-8ADB-D7B6BDDF24CD}" srcOrd="0" destOrd="0" presId="urn:microsoft.com/office/officeart/2005/8/layout/vList2"/>
    <dgm:cxn modelId="{756CEF98-3C51-43EC-B115-6861B5999F13}" srcId="{E6F8F4F7-8B23-46E8-A2C1-2C1D8BFDC695}" destId="{1275B00C-F28B-4AF3-B08E-465D61E8D7EE}" srcOrd="1" destOrd="0" parTransId="{2CF4511A-82F8-4B87-BB5F-EDDB101A8994}" sibTransId="{2D6AFD4C-E609-4B9E-88B7-ADE0FA58E984}"/>
    <dgm:cxn modelId="{80E892A3-B22E-46D4-9FB0-9E323DAAD486}" type="presOf" srcId="{B77BAA2E-165D-4A11-8DC0-9BE5919B8F30}" destId="{1C6CBFF2-E6F7-4970-9DAA-C0E7E14D45D3}" srcOrd="0" destOrd="2" presId="urn:microsoft.com/office/officeart/2005/8/layout/vList2"/>
    <dgm:cxn modelId="{06CE18A9-7128-4024-B8CE-D52402DA252A}" srcId="{D893AF97-2CB2-4986-80B1-4C946C39E257}" destId="{3FFB4431-1D32-45DF-948F-C78C1BF3FEF4}" srcOrd="0" destOrd="0" parTransId="{A8904229-3562-4B28-A60B-A374A35C1A19}" sibTransId="{183457B8-8D35-474A-A6F1-7AA69BDFEC7F}"/>
    <dgm:cxn modelId="{395EA1A9-F60B-4BEF-9E54-4FCBE0F10708}" srcId="{3239AB00-B8EE-4DE1-9EF8-61FD2E43819A}" destId="{E6F8F4F7-8B23-46E8-A2C1-2C1D8BFDC695}" srcOrd="2" destOrd="0" parTransId="{6CE8866E-4D4B-48A6-A3F2-7BBA35AB2DB1}" sibTransId="{E741199C-307C-4BC3-8A2C-086E46CDB2A2}"/>
    <dgm:cxn modelId="{35DD80AC-E923-45C1-BF1C-C48DF9512507}" srcId="{D893AF97-2CB2-4986-80B1-4C946C39E257}" destId="{2A17988D-100B-4364-BF18-EE98E108E17A}" srcOrd="2" destOrd="0" parTransId="{4F9EBD66-8F67-4BCA-845F-24FE0A57504D}" sibTransId="{831B6254-F7EB-4AF1-B393-A7FB29E1F403}"/>
    <dgm:cxn modelId="{52E69CAC-738A-4E39-B68F-6633BD9C861C}" srcId="{FD6D8547-DFDB-48EF-A051-8A0A5263C1D3}" destId="{8BCB5A04-DA2D-4ED4-8DD8-EFB35B97FFC2}" srcOrd="0" destOrd="0" parTransId="{D0E06FF1-5DDD-4792-9EF1-3745060C7057}" sibTransId="{E8D73A79-169C-45C7-B6E4-CD96004989E6}"/>
    <dgm:cxn modelId="{54E15DB3-CD7C-4F66-8533-6F8D59F9C941}" type="presOf" srcId="{1275B00C-F28B-4AF3-B08E-465D61E8D7EE}" destId="{B805F976-AF5A-4459-B03C-FCB4A490C57D}" srcOrd="0" destOrd="1" presId="urn:microsoft.com/office/officeart/2005/8/layout/vList2"/>
    <dgm:cxn modelId="{4120D3BC-B668-4382-9CA8-F4D42AE3840C}" srcId="{FD6D8547-DFDB-48EF-A051-8A0A5263C1D3}" destId="{2DD96A5C-07CE-41C4-A9C6-4789BAAAD42E}" srcOrd="1" destOrd="0" parTransId="{AC4462A5-1BEB-481E-9025-C8D49BBDBCDD}" sibTransId="{149629DA-7976-4BDF-86D0-05D6DA5A938B}"/>
    <dgm:cxn modelId="{347179BE-46CF-45A1-8B3C-E3B37DB49D7B}" type="presOf" srcId="{3239AB00-B8EE-4DE1-9EF8-61FD2E43819A}" destId="{B0AC6AC1-DE92-4FDB-8E0F-855E3DB173CA}" srcOrd="0" destOrd="0" presId="urn:microsoft.com/office/officeart/2005/8/layout/vList2"/>
    <dgm:cxn modelId="{24F87ABF-3B8F-418F-AD83-069235D12FA4}" srcId="{E6F8F4F7-8B23-46E8-A2C1-2C1D8BFDC695}" destId="{BE90ED4F-86AD-43DF-9E71-77958C601B13}" srcOrd="2" destOrd="0" parTransId="{4F395E29-F281-4597-999A-9997DF1CE891}" sibTransId="{37B22B0F-7CC1-4597-8FAD-18D44064AD0D}"/>
    <dgm:cxn modelId="{AEF731C4-AC03-4616-894F-0FB225885323}" type="presOf" srcId="{8BCB5A04-DA2D-4ED4-8DD8-EFB35B97FFC2}" destId="{1C6CBFF2-E6F7-4970-9DAA-C0E7E14D45D3}" srcOrd="0" destOrd="0" presId="urn:microsoft.com/office/officeart/2005/8/layout/vList2"/>
    <dgm:cxn modelId="{307076C7-AE4C-46D0-95AB-F5F655C1534C}" type="presOf" srcId="{D893AF97-2CB2-4986-80B1-4C946C39E257}" destId="{CCBBAAFC-8357-4B4E-A697-280BDA20875A}" srcOrd="0" destOrd="0" presId="urn:microsoft.com/office/officeart/2005/8/layout/vList2"/>
    <dgm:cxn modelId="{6639E9CB-5AB4-49EF-A5AE-963C931F689C}" type="presOf" srcId="{FD6D8547-DFDB-48EF-A051-8A0A5263C1D3}" destId="{A01846CB-E97E-4C58-87CA-AE02ED60EFCC}" srcOrd="0" destOrd="0" presId="urn:microsoft.com/office/officeart/2005/8/layout/vList2"/>
    <dgm:cxn modelId="{75A92AD2-FE2C-4241-96CC-8C176524FEA5}" type="presOf" srcId="{E6F8F4F7-8B23-46E8-A2C1-2C1D8BFDC695}" destId="{433D7BB2-F13D-41F2-AB5D-E27C1BD4C662}" srcOrd="0" destOrd="0" presId="urn:microsoft.com/office/officeart/2005/8/layout/vList2"/>
    <dgm:cxn modelId="{FCD855D6-19F7-451D-A6A9-827A0F4C3A79}" srcId="{FD6D8547-DFDB-48EF-A051-8A0A5263C1D3}" destId="{B77BAA2E-165D-4A11-8DC0-9BE5919B8F30}" srcOrd="2" destOrd="0" parTransId="{E1E90934-D413-4F25-8202-C6953C1D98AD}" sibTransId="{962D167B-8263-4E2C-8EE8-3CD6D95A53F1}"/>
    <dgm:cxn modelId="{9000BFEB-483E-4687-8595-87944868543F}" srcId="{D893AF97-2CB2-4986-80B1-4C946C39E257}" destId="{D78C263E-2248-4CE0-A133-F57AEA160FB3}" srcOrd="1" destOrd="0" parTransId="{380CE5EC-0929-4373-9EB7-BF35EEE779DC}" sibTransId="{DEFB9624-E53B-4F6D-9013-8ACE523FA2AE}"/>
    <dgm:cxn modelId="{D0EFEF47-F842-4B92-97F6-2767B89716C0}" type="presParOf" srcId="{B0AC6AC1-DE92-4FDB-8E0F-855E3DB173CA}" destId="{CCBBAAFC-8357-4B4E-A697-280BDA20875A}" srcOrd="0" destOrd="0" presId="urn:microsoft.com/office/officeart/2005/8/layout/vList2"/>
    <dgm:cxn modelId="{59EAC1F0-3277-451B-8A1E-36B3C12DAD36}" type="presParOf" srcId="{B0AC6AC1-DE92-4FDB-8E0F-855E3DB173CA}" destId="{AB2DED34-A621-4637-8ADB-D7B6BDDF24CD}" srcOrd="1" destOrd="0" presId="urn:microsoft.com/office/officeart/2005/8/layout/vList2"/>
    <dgm:cxn modelId="{8115553D-EFEB-4B4B-9529-A89000FFD1DD}" type="presParOf" srcId="{B0AC6AC1-DE92-4FDB-8E0F-855E3DB173CA}" destId="{A01846CB-E97E-4C58-87CA-AE02ED60EFCC}" srcOrd="2" destOrd="0" presId="urn:microsoft.com/office/officeart/2005/8/layout/vList2"/>
    <dgm:cxn modelId="{05597B66-A9A5-4007-86ED-1A6CE70EDA32}" type="presParOf" srcId="{B0AC6AC1-DE92-4FDB-8E0F-855E3DB173CA}" destId="{1C6CBFF2-E6F7-4970-9DAA-C0E7E14D45D3}" srcOrd="3" destOrd="0" presId="urn:microsoft.com/office/officeart/2005/8/layout/vList2"/>
    <dgm:cxn modelId="{9698A17A-79EA-4BFF-8549-A008673E6DFC}" type="presParOf" srcId="{B0AC6AC1-DE92-4FDB-8E0F-855E3DB173CA}" destId="{433D7BB2-F13D-41F2-AB5D-E27C1BD4C662}" srcOrd="4" destOrd="0" presId="urn:microsoft.com/office/officeart/2005/8/layout/vList2"/>
    <dgm:cxn modelId="{37D1687C-679D-4048-9F71-8A9BC06FEE1F}" type="presParOf" srcId="{B0AC6AC1-DE92-4FDB-8E0F-855E3DB173CA}" destId="{B805F976-AF5A-4459-B03C-FCB4A490C57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39AB00-B8EE-4DE1-9EF8-61FD2E43819A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D893AF97-2CB2-4986-80B1-4C946C39E257}">
      <dgm:prSet/>
      <dgm:spPr>
        <a:blipFill>
          <a:blip xmlns:r="http://schemas.openxmlformats.org/officeDocument/2006/relationships" r:embed="rId1"/>
          <a:stretch>
            <a:fillRect l="-447" b="-8235"/>
          </a:stretch>
        </a:blipFill>
        <a:ln>
          <a:solidFill>
            <a:srgbClr val="3081ED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733DF78-75BE-45AC-AEC3-E092169FBAF1}" type="parTrans" cxnId="{2773C980-14E9-4480-9115-97F880451AF7}">
      <dgm:prSet/>
      <dgm:spPr/>
      <dgm:t>
        <a:bodyPr/>
        <a:lstStyle/>
        <a:p>
          <a:endParaRPr lang="en-US"/>
        </a:p>
      </dgm:t>
    </dgm:pt>
    <dgm:pt modelId="{8E7DCE83-B8C9-47FF-88CB-EE475BB236A3}" type="sibTrans" cxnId="{2773C980-14E9-4480-9115-97F880451AF7}">
      <dgm:prSet/>
      <dgm:spPr/>
      <dgm:t>
        <a:bodyPr/>
        <a:lstStyle/>
        <a:p>
          <a:endParaRPr lang="en-US"/>
        </a:p>
      </dgm:t>
    </dgm:pt>
    <dgm:pt modelId="{3FFB4431-1D32-45DF-948F-C78C1BF3FEF4}">
      <dgm:prSet/>
      <dgm:spPr/>
      <dgm:t>
        <a:bodyPr/>
        <a:lstStyle/>
        <a:p>
          <a:r>
            <a:rPr lang="en-US"/>
            <a:t>Massive</a:t>
          </a:r>
        </a:p>
      </dgm:t>
    </dgm:pt>
    <dgm:pt modelId="{A8904229-3562-4B28-A60B-A374A35C1A19}" type="parTrans" cxnId="{06CE18A9-7128-4024-B8CE-D52402DA252A}">
      <dgm:prSet/>
      <dgm:spPr/>
      <dgm:t>
        <a:bodyPr/>
        <a:lstStyle/>
        <a:p>
          <a:endParaRPr lang="en-US"/>
        </a:p>
      </dgm:t>
    </dgm:pt>
    <dgm:pt modelId="{183457B8-8D35-474A-A6F1-7AA69BDFEC7F}" type="sibTrans" cxnId="{06CE18A9-7128-4024-B8CE-D52402DA252A}">
      <dgm:prSet/>
      <dgm:spPr/>
      <dgm:t>
        <a:bodyPr/>
        <a:lstStyle/>
        <a:p>
          <a:endParaRPr lang="en-US"/>
        </a:p>
      </dgm:t>
    </dgm:pt>
    <dgm:pt modelId="{D78C263E-2248-4CE0-A133-F57AEA160FB3}">
      <dgm:prSet/>
      <dgm:spPr/>
      <dgm:t>
        <a:bodyPr/>
        <a:lstStyle/>
        <a:p>
          <a:r>
            <a:rPr lang="en-US" dirty="0"/>
            <a:t>Charged (+2)</a:t>
          </a:r>
        </a:p>
      </dgm:t>
    </dgm:pt>
    <dgm:pt modelId="{380CE5EC-0929-4373-9EB7-BF35EEE779DC}" type="parTrans" cxnId="{9000BFEB-483E-4687-8595-87944868543F}">
      <dgm:prSet/>
      <dgm:spPr/>
      <dgm:t>
        <a:bodyPr/>
        <a:lstStyle/>
        <a:p>
          <a:endParaRPr lang="en-US"/>
        </a:p>
      </dgm:t>
    </dgm:pt>
    <dgm:pt modelId="{DEFB9624-E53B-4F6D-9013-8ACE523FA2AE}" type="sibTrans" cxnId="{9000BFEB-483E-4687-8595-87944868543F}">
      <dgm:prSet/>
      <dgm:spPr/>
      <dgm:t>
        <a:bodyPr/>
        <a:lstStyle/>
        <a:p>
          <a:endParaRPr lang="en-US"/>
        </a:p>
      </dgm:t>
    </dgm:pt>
    <dgm:pt modelId="{2A17988D-100B-4364-BF18-EE98E108E17A}">
      <dgm:prSet/>
      <dgm:spPr/>
      <dgm:t>
        <a:bodyPr/>
        <a:lstStyle/>
        <a:p>
          <a:r>
            <a:rPr lang="en-US"/>
            <a:t>Low penetration</a:t>
          </a:r>
        </a:p>
      </dgm:t>
    </dgm:pt>
    <dgm:pt modelId="{4F9EBD66-8F67-4BCA-845F-24FE0A57504D}" type="parTrans" cxnId="{35DD80AC-E923-45C1-BF1C-C48DF9512507}">
      <dgm:prSet/>
      <dgm:spPr/>
      <dgm:t>
        <a:bodyPr/>
        <a:lstStyle/>
        <a:p>
          <a:endParaRPr lang="en-US"/>
        </a:p>
      </dgm:t>
    </dgm:pt>
    <dgm:pt modelId="{831B6254-F7EB-4AF1-B393-A7FB29E1F403}" type="sibTrans" cxnId="{35DD80AC-E923-45C1-BF1C-C48DF9512507}">
      <dgm:prSet/>
      <dgm:spPr/>
      <dgm:t>
        <a:bodyPr/>
        <a:lstStyle/>
        <a:p>
          <a:endParaRPr lang="en-US"/>
        </a:p>
      </dgm:t>
    </dgm:pt>
    <dgm:pt modelId="{FD6D8547-DFDB-48EF-A051-8A0A5263C1D3}">
      <dgm:prSet/>
      <dgm:spPr>
        <a:blipFill>
          <a:blip xmlns:r="http://schemas.openxmlformats.org/officeDocument/2006/relationships" r:embed="rId2"/>
          <a:stretch>
            <a:fillRect l="-447" b="-7059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B459ED41-C516-488E-8002-EC645A22D4D9}" type="parTrans" cxnId="{F8BAD71C-A014-4A4D-8293-83EE16E2923A}">
      <dgm:prSet/>
      <dgm:spPr/>
      <dgm:t>
        <a:bodyPr/>
        <a:lstStyle/>
        <a:p>
          <a:endParaRPr lang="en-US"/>
        </a:p>
      </dgm:t>
    </dgm:pt>
    <dgm:pt modelId="{955FCC06-544C-4A29-A504-D610D26239EA}" type="sibTrans" cxnId="{F8BAD71C-A014-4A4D-8293-83EE16E2923A}">
      <dgm:prSet/>
      <dgm:spPr/>
      <dgm:t>
        <a:bodyPr/>
        <a:lstStyle/>
        <a:p>
          <a:endParaRPr lang="en-US"/>
        </a:p>
      </dgm:t>
    </dgm:pt>
    <dgm:pt modelId="{8BCB5A04-DA2D-4ED4-8DD8-EFB35B97FFC2}">
      <dgm:prSet/>
      <dgm:spPr>
        <a:blipFill>
          <a:blip xmlns:r="http://schemas.openxmlformats.org/officeDocument/2006/relationships" r:embed="rId3"/>
          <a:stretch>
            <a:fillRect t="-7353" b="-10294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0E06FF1-5DDD-4792-9EF1-3745060C7057}" type="parTrans" cxnId="{52E69CAC-738A-4E39-B68F-6633BD9C861C}">
      <dgm:prSet/>
      <dgm:spPr/>
      <dgm:t>
        <a:bodyPr/>
        <a:lstStyle/>
        <a:p>
          <a:endParaRPr lang="en-US"/>
        </a:p>
      </dgm:t>
    </dgm:pt>
    <dgm:pt modelId="{E8D73A79-169C-45C7-B6E4-CD96004989E6}" type="sibTrans" cxnId="{52E69CAC-738A-4E39-B68F-6633BD9C861C}">
      <dgm:prSet/>
      <dgm:spPr/>
      <dgm:t>
        <a:bodyPr/>
        <a:lstStyle/>
        <a:p>
          <a:endParaRPr lang="en-US"/>
        </a:p>
      </dgm:t>
    </dgm:pt>
    <dgm:pt modelId="{2DD96A5C-07CE-41C4-A9C6-4789BAAAD42E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AC4462A5-1BEB-481E-9025-C8D49BBDBCDD}" type="parTrans" cxnId="{4120D3BC-B668-4382-9CA8-F4D42AE3840C}">
      <dgm:prSet/>
      <dgm:spPr/>
      <dgm:t>
        <a:bodyPr/>
        <a:lstStyle/>
        <a:p>
          <a:endParaRPr lang="en-US"/>
        </a:p>
      </dgm:t>
    </dgm:pt>
    <dgm:pt modelId="{149629DA-7976-4BDF-86D0-05D6DA5A938B}" type="sibTrans" cxnId="{4120D3BC-B668-4382-9CA8-F4D42AE3840C}">
      <dgm:prSet/>
      <dgm:spPr/>
      <dgm:t>
        <a:bodyPr/>
        <a:lstStyle/>
        <a:p>
          <a:endParaRPr lang="en-US"/>
        </a:p>
      </dgm:t>
    </dgm:pt>
    <dgm:pt modelId="{B77BAA2E-165D-4A11-8DC0-9BE5919B8F30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1E90934-D413-4F25-8202-C6953C1D98AD}" type="parTrans" cxnId="{FCD855D6-19F7-451D-A6A9-827A0F4C3A79}">
      <dgm:prSet/>
      <dgm:spPr/>
      <dgm:t>
        <a:bodyPr/>
        <a:lstStyle/>
        <a:p>
          <a:endParaRPr lang="en-US"/>
        </a:p>
      </dgm:t>
    </dgm:pt>
    <dgm:pt modelId="{962D167B-8263-4E2C-8EE8-3CD6D95A53F1}" type="sibTrans" cxnId="{FCD855D6-19F7-451D-A6A9-827A0F4C3A79}">
      <dgm:prSet/>
      <dgm:spPr/>
      <dgm:t>
        <a:bodyPr/>
        <a:lstStyle/>
        <a:p>
          <a:endParaRPr lang="en-US"/>
        </a:p>
      </dgm:t>
    </dgm:pt>
    <dgm:pt modelId="{E6F8F4F7-8B23-46E8-A2C1-2C1D8BFDC695}">
      <dgm:prSet/>
      <dgm:spPr>
        <a:blipFill>
          <a:blip xmlns:r="http://schemas.openxmlformats.org/officeDocument/2006/relationships" r:embed="rId4"/>
          <a:stretch>
            <a:fillRect l="-447" b="-7143"/>
          </a:stretch>
        </a:blipFill>
        <a:ln>
          <a:solidFill>
            <a:srgbClr val="8CB9F5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CE8866E-4D4B-48A6-A3F2-7BBA35AB2DB1}" type="parTrans" cxnId="{395EA1A9-F60B-4BEF-9E54-4FCBE0F10708}">
      <dgm:prSet/>
      <dgm:spPr/>
      <dgm:t>
        <a:bodyPr/>
        <a:lstStyle/>
        <a:p>
          <a:endParaRPr lang="en-US"/>
        </a:p>
      </dgm:t>
    </dgm:pt>
    <dgm:pt modelId="{E741199C-307C-4BC3-8A2C-086E46CDB2A2}" type="sibTrans" cxnId="{395EA1A9-F60B-4BEF-9E54-4FCBE0F10708}">
      <dgm:prSet/>
      <dgm:spPr/>
      <dgm:t>
        <a:bodyPr/>
        <a:lstStyle/>
        <a:p>
          <a:endParaRPr lang="en-US"/>
        </a:p>
      </dgm:t>
    </dgm:pt>
    <dgm:pt modelId="{49EC2FDF-7364-4D6F-999D-C55319EE42CE}">
      <dgm:prSet/>
      <dgm:spPr/>
      <dgm:t>
        <a:bodyPr/>
        <a:lstStyle/>
        <a:p>
          <a:r>
            <a:rPr lang="en-US"/>
            <a:t>Massless</a:t>
          </a:r>
        </a:p>
      </dgm:t>
    </dgm:pt>
    <dgm:pt modelId="{250FD5D0-5305-4183-8A3B-F4DA888B90AB}" type="parTrans" cxnId="{19B9F435-BFF1-406E-8118-B90535B53372}">
      <dgm:prSet/>
      <dgm:spPr/>
      <dgm:t>
        <a:bodyPr/>
        <a:lstStyle/>
        <a:p>
          <a:endParaRPr lang="en-US"/>
        </a:p>
      </dgm:t>
    </dgm:pt>
    <dgm:pt modelId="{181C9663-080E-4916-85D0-A271908BCD8D}" type="sibTrans" cxnId="{19B9F435-BFF1-406E-8118-B90535B53372}">
      <dgm:prSet/>
      <dgm:spPr/>
      <dgm:t>
        <a:bodyPr/>
        <a:lstStyle/>
        <a:p>
          <a:endParaRPr lang="en-US"/>
        </a:p>
      </dgm:t>
    </dgm:pt>
    <dgm:pt modelId="{1275B00C-F28B-4AF3-B08E-465D61E8D7EE}">
      <dgm:prSet/>
      <dgm:spPr/>
      <dgm:t>
        <a:bodyPr/>
        <a:lstStyle/>
        <a:p>
          <a:r>
            <a:rPr lang="en-US"/>
            <a:t>No charge</a:t>
          </a:r>
        </a:p>
      </dgm:t>
    </dgm:pt>
    <dgm:pt modelId="{2CF4511A-82F8-4B87-BB5F-EDDB101A8994}" type="parTrans" cxnId="{756CEF98-3C51-43EC-B115-6861B5999F13}">
      <dgm:prSet/>
      <dgm:spPr/>
      <dgm:t>
        <a:bodyPr/>
        <a:lstStyle/>
        <a:p>
          <a:endParaRPr lang="en-US"/>
        </a:p>
      </dgm:t>
    </dgm:pt>
    <dgm:pt modelId="{2D6AFD4C-E609-4B9E-88B7-ADE0FA58E984}" type="sibTrans" cxnId="{756CEF98-3C51-43EC-B115-6861B5999F13}">
      <dgm:prSet/>
      <dgm:spPr/>
      <dgm:t>
        <a:bodyPr/>
        <a:lstStyle/>
        <a:p>
          <a:endParaRPr lang="en-US"/>
        </a:p>
      </dgm:t>
    </dgm:pt>
    <dgm:pt modelId="{BE90ED4F-86AD-43DF-9E71-77958C601B13}">
      <dgm:prSet/>
      <dgm:spPr/>
      <dgm:t>
        <a:bodyPr/>
        <a:lstStyle/>
        <a:p>
          <a:r>
            <a:rPr lang="en-US"/>
            <a:t>High Penetration</a:t>
          </a:r>
        </a:p>
      </dgm:t>
    </dgm:pt>
    <dgm:pt modelId="{4F395E29-F281-4597-999A-9997DF1CE891}" type="parTrans" cxnId="{24F87ABF-3B8F-418F-AD83-069235D12FA4}">
      <dgm:prSet/>
      <dgm:spPr/>
      <dgm:t>
        <a:bodyPr/>
        <a:lstStyle/>
        <a:p>
          <a:endParaRPr lang="en-US"/>
        </a:p>
      </dgm:t>
    </dgm:pt>
    <dgm:pt modelId="{37B22B0F-7CC1-4597-8FAD-18D44064AD0D}" type="sibTrans" cxnId="{24F87ABF-3B8F-418F-AD83-069235D12FA4}">
      <dgm:prSet/>
      <dgm:spPr/>
      <dgm:t>
        <a:bodyPr/>
        <a:lstStyle/>
        <a:p>
          <a:endParaRPr lang="en-US"/>
        </a:p>
      </dgm:t>
    </dgm:pt>
    <dgm:pt modelId="{B0AC6AC1-DE92-4FDB-8E0F-855E3DB173CA}" type="pres">
      <dgm:prSet presAssocID="{3239AB00-B8EE-4DE1-9EF8-61FD2E43819A}" presName="linear" presStyleCnt="0">
        <dgm:presLayoutVars>
          <dgm:animLvl val="lvl"/>
          <dgm:resizeHandles val="exact"/>
        </dgm:presLayoutVars>
      </dgm:prSet>
      <dgm:spPr/>
    </dgm:pt>
    <dgm:pt modelId="{CCBBAAFC-8357-4B4E-A697-280BDA20875A}" type="pres">
      <dgm:prSet presAssocID="{D893AF97-2CB2-4986-80B1-4C946C39E25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B2DED34-A621-4637-8ADB-D7B6BDDF24CD}" type="pres">
      <dgm:prSet presAssocID="{D893AF97-2CB2-4986-80B1-4C946C39E257}" presName="childText" presStyleLbl="revTx" presStyleIdx="0" presStyleCnt="3">
        <dgm:presLayoutVars>
          <dgm:bulletEnabled val="1"/>
        </dgm:presLayoutVars>
      </dgm:prSet>
      <dgm:spPr/>
    </dgm:pt>
    <dgm:pt modelId="{A01846CB-E97E-4C58-87CA-AE02ED60EFCC}" type="pres">
      <dgm:prSet presAssocID="{FD6D8547-DFDB-48EF-A051-8A0A5263C1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C6CBFF2-E6F7-4970-9DAA-C0E7E14D45D3}" type="pres">
      <dgm:prSet presAssocID="{FD6D8547-DFDB-48EF-A051-8A0A5263C1D3}" presName="childText" presStyleLbl="revTx" presStyleIdx="1" presStyleCnt="3">
        <dgm:presLayoutVars>
          <dgm:bulletEnabled val="1"/>
        </dgm:presLayoutVars>
      </dgm:prSet>
      <dgm:spPr/>
    </dgm:pt>
    <dgm:pt modelId="{433D7BB2-F13D-41F2-AB5D-E27C1BD4C662}" type="pres">
      <dgm:prSet presAssocID="{E6F8F4F7-8B23-46E8-A2C1-2C1D8BFDC6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805F976-AF5A-4459-B03C-FCB4A490C57D}" type="pres">
      <dgm:prSet presAssocID="{E6F8F4F7-8B23-46E8-A2C1-2C1D8BFDC69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47C3D0F-4DE9-482C-8FFF-2D98203CE09F}" type="presOf" srcId="{BE90ED4F-86AD-43DF-9E71-77958C601B13}" destId="{B805F976-AF5A-4459-B03C-FCB4A490C57D}" srcOrd="0" destOrd="2" presId="urn:microsoft.com/office/officeart/2005/8/layout/vList2"/>
    <dgm:cxn modelId="{F8BAD71C-A014-4A4D-8293-83EE16E2923A}" srcId="{3239AB00-B8EE-4DE1-9EF8-61FD2E43819A}" destId="{FD6D8547-DFDB-48EF-A051-8A0A5263C1D3}" srcOrd="1" destOrd="0" parTransId="{B459ED41-C516-488E-8002-EC645A22D4D9}" sibTransId="{955FCC06-544C-4A29-A504-D610D26239EA}"/>
    <dgm:cxn modelId="{19B9F435-BFF1-406E-8118-B90535B53372}" srcId="{E6F8F4F7-8B23-46E8-A2C1-2C1D8BFDC695}" destId="{49EC2FDF-7364-4D6F-999D-C55319EE42CE}" srcOrd="0" destOrd="0" parTransId="{250FD5D0-5305-4183-8A3B-F4DA888B90AB}" sibTransId="{181C9663-080E-4916-85D0-A271908BCD8D}"/>
    <dgm:cxn modelId="{9C48A95B-90DD-4353-8CB7-F5D47577E7E7}" type="presOf" srcId="{2A17988D-100B-4364-BF18-EE98E108E17A}" destId="{AB2DED34-A621-4637-8ADB-D7B6BDDF24CD}" srcOrd="0" destOrd="2" presId="urn:microsoft.com/office/officeart/2005/8/layout/vList2"/>
    <dgm:cxn modelId="{051E6A6E-89DD-4F34-9C88-95DA9A29E7AA}" type="presOf" srcId="{49EC2FDF-7364-4D6F-999D-C55319EE42CE}" destId="{B805F976-AF5A-4459-B03C-FCB4A490C57D}" srcOrd="0" destOrd="0" presId="urn:microsoft.com/office/officeart/2005/8/layout/vList2"/>
    <dgm:cxn modelId="{A7894E54-353F-41B9-98E6-6ADFF8DA4912}" type="presOf" srcId="{2DD96A5C-07CE-41C4-A9C6-4789BAAAD42E}" destId="{1C6CBFF2-E6F7-4970-9DAA-C0E7E14D45D3}" srcOrd="0" destOrd="1" presId="urn:microsoft.com/office/officeart/2005/8/layout/vList2"/>
    <dgm:cxn modelId="{5E3F7B75-C87E-4703-B069-6CA61AC16F58}" type="presOf" srcId="{D78C263E-2248-4CE0-A133-F57AEA160FB3}" destId="{AB2DED34-A621-4637-8ADB-D7B6BDDF24CD}" srcOrd="0" destOrd="1" presId="urn:microsoft.com/office/officeart/2005/8/layout/vList2"/>
    <dgm:cxn modelId="{2773C980-14E9-4480-9115-97F880451AF7}" srcId="{3239AB00-B8EE-4DE1-9EF8-61FD2E43819A}" destId="{D893AF97-2CB2-4986-80B1-4C946C39E257}" srcOrd="0" destOrd="0" parTransId="{C733DF78-75BE-45AC-AEC3-E092169FBAF1}" sibTransId="{8E7DCE83-B8C9-47FF-88CB-EE475BB236A3}"/>
    <dgm:cxn modelId="{E08EE293-D80E-4546-B154-4219FDB3DCDA}" type="presOf" srcId="{3FFB4431-1D32-45DF-948F-C78C1BF3FEF4}" destId="{AB2DED34-A621-4637-8ADB-D7B6BDDF24CD}" srcOrd="0" destOrd="0" presId="urn:microsoft.com/office/officeart/2005/8/layout/vList2"/>
    <dgm:cxn modelId="{756CEF98-3C51-43EC-B115-6861B5999F13}" srcId="{E6F8F4F7-8B23-46E8-A2C1-2C1D8BFDC695}" destId="{1275B00C-F28B-4AF3-B08E-465D61E8D7EE}" srcOrd="1" destOrd="0" parTransId="{2CF4511A-82F8-4B87-BB5F-EDDB101A8994}" sibTransId="{2D6AFD4C-E609-4B9E-88B7-ADE0FA58E984}"/>
    <dgm:cxn modelId="{80E892A3-B22E-46D4-9FB0-9E323DAAD486}" type="presOf" srcId="{B77BAA2E-165D-4A11-8DC0-9BE5919B8F30}" destId="{1C6CBFF2-E6F7-4970-9DAA-C0E7E14D45D3}" srcOrd="0" destOrd="2" presId="urn:microsoft.com/office/officeart/2005/8/layout/vList2"/>
    <dgm:cxn modelId="{06CE18A9-7128-4024-B8CE-D52402DA252A}" srcId="{D893AF97-2CB2-4986-80B1-4C946C39E257}" destId="{3FFB4431-1D32-45DF-948F-C78C1BF3FEF4}" srcOrd="0" destOrd="0" parTransId="{A8904229-3562-4B28-A60B-A374A35C1A19}" sibTransId="{183457B8-8D35-474A-A6F1-7AA69BDFEC7F}"/>
    <dgm:cxn modelId="{395EA1A9-F60B-4BEF-9E54-4FCBE0F10708}" srcId="{3239AB00-B8EE-4DE1-9EF8-61FD2E43819A}" destId="{E6F8F4F7-8B23-46E8-A2C1-2C1D8BFDC695}" srcOrd="2" destOrd="0" parTransId="{6CE8866E-4D4B-48A6-A3F2-7BBA35AB2DB1}" sibTransId="{E741199C-307C-4BC3-8A2C-086E46CDB2A2}"/>
    <dgm:cxn modelId="{35DD80AC-E923-45C1-BF1C-C48DF9512507}" srcId="{D893AF97-2CB2-4986-80B1-4C946C39E257}" destId="{2A17988D-100B-4364-BF18-EE98E108E17A}" srcOrd="2" destOrd="0" parTransId="{4F9EBD66-8F67-4BCA-845F-24FE0A57504D}" sibTransId="{831B6254-F7EB-4AF1-B393-A7FB29E1F403}"/>
    <dgm:cxn modelId="{52E69CAC-738A-4E39-B68F-6633BD9C861C}" srcId="{FD6D8547-DFDB-48EF-A051-8A0A5263C1D3}" destId="{8BCB5A04-DA2D-4ED4-8DD8-EFB35B97FFC2}" srcOrd="0" destOrd="0" parTransId="{D0E06FF1-5DDD-4792-9EF1-3745060C7057}" sibTransId="{E8D73A79-169C-45C7-B6E4-CD96004989E6}"/>
    <dgm:cxn modelId="{54E15DB3-CD7C-4F66-8533-6F8D59F9C941}" type="presOf" srcId="{1275B00C-F28B-4AF3-B08E-465D61E8D7EE}" destId="{B805F976-AF5A-4459-B03C-FCB4A490C57D}" srcOrd="0" destOrd="1" presId="urn:microsoft.com/office/officeart/2005/8/layout/vList2"/>
    <dgm:cxn modelId="{4120D3BC-B668-4382-9CA8-F4D42AE3840C}" srcId="{FD6D8547-DFDB-48EF-A051-8A0A5263C1D3}" destId="{2DD96A5C-07CE-41C4-A9C6-4789BAAAD42E}" srcOrd="1" destOrd="0" parTransId="{AC4462A5-1BEB-481E-9025-C8D49BBDBCDD}" sibTransId="{149629DA-7976-4BDF-86D0-05D6DA5A938B}"/>
    <dgm:cxn modelId="{347179BE-46CF-45A1-8B3C-E3B37DB49D7B}" type="presOf" srcId="{3239AB00-B8EE-4DE1-9EF8-61FD2E43819A}" destId="{B0AC6AC1-DE92-4FDB-8E0F-855E3DB173CA}" srcOrd="0" destOrd="0" presId="urn:microsoft.com/office/officeart/2005/8/layout/vList2"/>
    <dgm:cxn modelId="{24F87ABF-3B8F-418F-AD83-069235D12FA4}" srcId="{E6F8F4F7-8B23-46E8-A2C1-2C1D8BFDC695}" destId="{BE90ED4F-86AD-43DF-9E71-77958C601B13}" srcOrd="2" destOrd="0" parTransId="{4F395E29-F281-4597-999A-9997DF1CE891}" sibTransId="{37B22B0F-7CC1-4597-8FAD-18D44064AD0D}"/>
    <dgm:cxn modelId="{AEF731C4-AC03-4616-894F-0FB225885323}" type="presOf" srcId="{8BCB5A04-DA2D-4ED4-8DD8-EFB35B97FFC2}" destId="{1C6CBFF2-E6F7-4970-9DAA-C0E7E14D45D3}" srcOrd="0" destOrd="0" presId="urn:microsoft.com/office/officeart/2005/8/layout/vList2"/>
    <dgm:cxn modelId="{307076C7-AE4C-46D0-95AB-F5F655C1534C}" type="presOf" srcId="{D893AF97-2CB2-4986-80B1-4C946C39E257}" destId="{CCBBAAFC-8357-4B4E-A697-280BDA20875A}" srcOrd="0" destOrd="0" presId="urn:microsoft.com/office/officeart/2005/8/layout/vList2"/>
    <dgm:cxn modelId="{6639E9CB-5AB4-49EF-A5AE-963C931F689C}" type="presOf" srcId="{FD6D8547-DFDB-48EF-A051-8A0A5263C1D3}" destId="{A01846CB-E97E-4C58-87CA-AE02ED60EFCC}" srcOrd="0" destOrd="0" presId="urn:microsoft.com/office/officeart/2005/8/layout/vList2"/>
    <dgm:cxn modelId="{75A92AD2-FE2C-4241-96CC-8C176524FEA5}" type="presOf" srcId="{E6F8F4F7-8B23-46E8-A2C1-2C1D8BFDC695}" destId="{433D7BB2-F13D-41F2-AB5D-E27C1BD4C662}" srcOrd="0" destOrd="0" presId="urn:microsoft.com/office/officeart/2005/8/layout/vList2"/>
    <dgm:cxn modelId="{FCD855D6-19F7-451D-A6A9-827A0F4C3A79}" srcId="{FD6D8547-DFDB-48EF-A051-8A0A5263C1D3}" destId="{B77BAA2E-165D-4A11-8DC0-9BE5919B8F30}" srcOrd="2" destOrd="0" parTransId="{E1E90934-D413-4F25-8202-C6953C1D98AD}" sibTransId="{962D167B-8263-4E2C-8EE8-3CD6D95A53F1}"/>
    <dgm:cxn modelId="{9000BFEB-483E-4687-8595-87944868543F}" srcId="{D893AF97-2CB2-4986-80B1-4C946C39E257}" destId="{D78C263E-2248-4CE0-A133-F57AEA160FB3}" srcOrd="1" destOrd="0" parTransId="{380CE5EC-0929-4373-9EB7-BF35EEE779DC}" sibTransId="{DEFB9624-E53B-4F6D-9013-8ACE523FA2AE}"/>
    <dgm:cxn modelId="{D0EFEF47-F842-4B92-97F6-2767B89716C0}" type="presParOf" srcId="{B0AC6AC1-DE92-4FDB-8E0F-855E3DB173CA}" destId="{CCBBAAFC-8357-4B4E-A697-280BDA20875A}" srcOrd="0" destOrd="0" presId="urn:microsoft.com/office/officeart/2005/8/layout/vList2"/>
    <dgm:cxn modelId="{59EAC1F0-3277-451B-8A1E-36B3C12DAD36}" type="presParOf" srcId="{B0AC6AC1-DE92-4FDB-8E0F-855E3DB173CA}" destId="{AB2DED34-A621-4637-8ADB-D7B6BDDF24CD}" srcOrd="1" destOrd="0" presId="urn:microsoft.com/office/officeart/2005/8/layout/vList2"/>
    <dgm:cxn modelId="{8115553D-EFEB-4B4B-9529-A89000FFD1DD}" type="presParOf" srcId="{B0AC6AC1-DE92-4FDB-8E0F-855E3DB173CA}" destId="{A01846CB-E97E-4C58-87CA-AE02ED60EFCC}" srcOrd="2" destOrd="0" presId="urn:microsoft.com/office/officeart/2005/8/layout/vList2"/>
    <dgm:cxn modelId="{05597B66-A9A5-4007-86ED-1A6CE70EDA32}" type="presParOf" srcId="{B0AC6AC1-DE92-4FDB-8E0F-855E3DB173CA}" destId="{1C6CBFF2-E6F7-4970-9DAA-C0E7E14D45D3}" srcOrd="3" destOrd="0" presId="urn:microsoft.com/office/officeart/2005/8/layout/vList2"/>
    <dgm:cxn modelId="{9698A17A-79EA-4BFF-8549-A008673E6DFC}" type="presParOf" srcId="{B0AC6AC1-DE92-4FDB-8E0F-855E3DB173CA}" destId="{433D7BB2-F13D-41F2-AB5D-E27C1BD4C662}" srcOrd="4" destOrd="0" presId="urn:microsoft.com/office/officeart/2005/8/layout/vList2"/>
    <dgm:cxn modelId="{37D1687C-679D-4048-9F71-8A9BC06FEE1F}" type="presParOf" srcId="{B0AC6AC1-DE92-4FDB-8E0F-855E3DB173CA}" destId="{B805F976-AF5A-4459-B03C-FCB4A490C57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39AB00-B8EE-4DE1-9EF8-61FD2E43819A}" type="doc">
      <dgm:prSet loTypeId="urn:microsoft.com/office/officeart/2011/layout/Tab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893AF97-2CB2-4986-80B1-4C946C39E257}">
      <dgm:prSet/>
      <dgm:spPr/>
      <dgm:t>
        <a:bodyPr/>
        <a:lstStyle/>
        <a:p>
          <a:r>
            <a:rPr lang="en-US" dirty="0"/>
            <a:t>Fission</a:t>
          </a:r>
        </a:p>
      </dgm:t>
    </dgm:pt>
    <dgm:pt modelId="{C733DF78-75BE-45AC-AEC3-E092169FBAF1}" type="parTrans" cxnId="{2773C980-14E9-4480-9115-97F880451AF7}">
      <dgm:prSet/>
      <dgm:spPr/>
      <dgm:t>
        <a:bodyPr/>
        <a:lstStyle/>
        <a:p>
          <a:endParaRPr lang="en-US"/>
        </a:p>
      </dgm:t>
    </dgm:pt>
    <dgm:pt modelId="{8E7DCE83-B8C9-47FF-88CB-EE475BB236A3}" type="sibTrans" cxnId="{2773C980-14E9-4480-9115-97F880451AF7}">
      <dgm:prSet/>
      <dgm:spPr/>
      <dgm:t>
        <a:bodyPr/>
        <a:lstStyle/>
        <a:p>
          <a:endParaRPr lang="en-US"/>
        </a:p>
      </dgm:t>
    </dgm:pt>
    <dgm:pt modelId="{2A17988D-100B-4364-BF18-EE98E108E17A}">
      <dgm:prSet/>
      <dgm:spPr/>
      <dgm:t>
        <a:bodyPr/>
        <a:lstStyle/>
        <a:p>
          <a:r>
            <a:rPr lang="en-US" dirty="0"/>
            <a:t>One heavy nuclide </a:t>
          </a:r>
          <a:r>
            <a:rPr lang="en-US" dirty="0">
              <a:sym typeface="Wingdings" panose="05000000000000000000" pitchFamily="2" charset="2"/>
            </a:rPr>
            <a:t> 2 or more fission products + energy Q</a:t>
          </a:r>
          <a:endParaRPr lang="en-US" dirty="0"/>
        </a:p>
      </dgm:t>
    </dgm:pt>
    <dgm:pt modelId="{4F9EBD66-8F67-4BCA-845F-24FE0A57504D}" type="parTrans" cxnId="{35DD80AC-E923-45C1-BF1C-C48DF9512507}">
      <dgm:prSet/>
      <dgm:spPr/>
      <dgm:t>
        <a:bodyPr/>
        <a:lstStyle/>
        <a:p>
          <a:endParaRPr lang="en-US"/>
        </a:p>
      </dgm:t>
    </dgm:pt>
    <dgm:pt modelId="{831B6254-F7EB-4AF1-B393-A7FB29E1F403}" type="sibTrans" cxnId="{35DD80AC-E923-45C1-BF1C-C48DF9512507}">
      <dgm:prSet/>
      <dgm:spPr/>
      <dgm:t>
        <a:bodyPr/>
        <a:lstStyle/>
        <a:p>
          <a:endParaRPr lang="en-US"/>
        </a:p>
      </dgm:t>
    </dgm:pt>
    <dgm:pt modelId="{FD6D8547-DFDB-48EF-A051-8A0A5263C1D3}">
      <dgm:prSet/>
      <dgm:spPr/>
      <dgm:t>
        <a:bodyPr/>
        <a:lstStyle/>
        <a:p>
          <a:r>
            <a:rPr lang="en-US" dirty="0"/>
            <a:t>Fusion</a:t>
          </a:r>
        </a:p>
      </dgm:t>
    </dgm:pt>
    <dgm:pt modelId="{B459ED41-C516-488E-8002-EC645A22D4D9}" type="parTrans" cxnId="{F8BAD71C-A014-4A4D-8293-83EE16E2923A}">
      <dgm:prSet/>
      <dgm:spPr/>
      <dgm:t>
        <a:bodyPr/>
        <a:lstStyle/>
        <a:p>
          <a:endParaRPr lang="en-US"/>
        </a:p>
      </dgm:t>
    </dgm:pt>
    <dgm:pt modelId="{955FCC06-544C-4A29-A504-D610D26239EA}" type="sibTrans" cxnId="{F8BAD71C-A014-4A4D-8293-83EE16E2923A}">
      <dgm:prSet/>
      <dgm:spPr/>
      <dgm:t>
        <a:bodyPr/>
        <a:lstStyle/>
        <a:p>
          <a:endParaRPr lang="en-US"/>
        </a:p>
      </dgm:t>
    </dgm:pt>
    <dgm:pt modelId="{B77BAA2E-165D-4A11-8DC0-9BE5919B8F30}">
      <dgm:prSet/>
      <dgm:spPr/>
      <dgm:t>
        <a:bodyPr/>
        <a:lstStyle/>
        <a:p>
          <a:r>
            <a:rPr lang="en-US" dirty="0"/>
            <a:t>Two light nuclei </a:t>
          </a:r>
          <a:r>
            <a:rPr lang="en-US" dirty="0">
              <a:sym typeface="Wingdings" panose="05000000000000000000" pitchFamily="2" charset="2"/>
            </a:rPr>
            <a:t> 1 heavier nuclide + energy Q </a:t>
          </a:r>
          <a:endParaRPr lang="en-US" dirty="0"/>
        </a:p>
      </dgm:t>
    </dgm:pt>
    <dgm:pt modelId="{E1E90934-D413-4F25-8202-C6953C1D98AD}" type="parTrans" cxnId="{FCD855D6-19F7-451D-A6A9-827A0F4C3A79}">
      <dgm:prSet/>
      <dgm:spPr/>
      <dgm:t>
        <a:bodyPr/>
        <a:lstStyle/>
        <a:p>
          <a:endParaRPr lang="en-US"/>
        </a:p>
      </dgm:t>
    </dgm:pt>
    <dgm:pt modelId="{962D167B-8263-4E2C-8EE8-3CD6D95A53F1}" type="sibTrans" cxnId="{FCD855D6-19F7-451D-A6A9-827A0F4C3A79}">
      <dgm:prSet/>
      <dgm:spPr/>
      <dgm:t>
        <a:bodyPr/>
        <a:lstStyle/>
        <a:p>
          <a:endParaRPr lang="en-US"/>
        </a:p>
      </dgm:t>
    </dgm:pt>
    <dgm:pt modelId="{E6F8F4F7-8B23-46E8-A2C1-2C1D8BFDC695}">
      <dgm:prSet/>
      <dgm:spPr>
        <a:solidFill>
          <a:srgbClr val="3081ED"/>
        </a:solidFill>
        <a:ln>
          <a:solidFill>
            <a:srgbClr val="3081ED"/>
          </a:solidFill>
        </a:ln>
      </dgm:spPr>
      <dgm:t>
        <a:bodyPr/>
        <a:lstStyle/>
        <a:p>
          <a:r>
            <a:rPr lang="en-US" dirty="0"/>
            <a:t>Alpha Emission</a:t>
          </a:r>
        </a:p>
      </dgm:t>
    </dgm:pt>
    <dgm:pt modelId="{6CE8866E-4D4B-48A6-A3F2-7BBA35AB2DB1}" type="parTrans" cxnId="{395EA1A9-F60B-4BEF-9E54-4FCBE0F10708}">
      <dgm:prSet/>
      <dgm:spPr/>
      <dgm:t>
        <a:bodyPr/>
        <a:lstStyle/>
        <a:p>
          <a:endParaRPr lang="en-US"/>
        </a:p>
      </dgm:t>
    </dgm:pt>
    <dgm:pt modelId="{E741199C-307C-4BC3-8A2C-086E46CDB2A2}" type="sibTrans" cxnId="{395EA1A9-F60B-4BEF-9E54-4FCBE0F10708}">
      <dgm:prSet/>
      <dgm:spPr/>
      <dgm:t>
        <a:bodyPr/>
        <a:lstStyle/>
        <a:p>
          <a:endParaRPr lang="en-US"/>
        </a:p>
      </dgm:t>
    </dgm:pt>
    <dgm:pt modelId="{BE90ED4F-86AD-43DF-9E71-77958C601B13}">
      <dgm:prSet/>
      <dgm:spPr/>
      <dgm:t>
        <a:bodyPr/>
        <a:lstStyle/>
        <a:p>
          <a:r>
            <a:rPr lang="en-US" dirty="0"/>
            <a:t>Emission of helium with energy ~ 8-10 MeV, externally safe, heavy and neutron rich</a:t>
          </a:r>
        </a:p>
      </dgm:t>
    </dgm:pt>
    <dgm:pt modelId="{4F395E29-F281-4597-999A-9997DF1CE891}" type="parTrans" cxnId="{24F87ABF-3B8F-418F-AD83-069235D12FA4}">
      <dgm:prSet/>
      <dgm:spPr/>
      <dgm:t>
        <a:bodyPr/>
        <a:lstStyle/>
        <a:p>
          <a:endParaRPr lang="en-US"/>
        </a:p>
      </dgm:t>
    </dgm:pt>
    <dgm:pt modelId="{37B22B0F-7CC1-4597-8FAD-18D44064AD0D}" type="sibTrans" cxnId="{24F87ABF-3B8F-418F-AD83-069235D12FA4}">
      <dgm:prSet/>
      <dgm:spPr/>
      <dgm:t>
        <a:bodyPr/>
        <a:lstStyle/>
        <a:p>
          <a:endParaRPr lang="en-US"/>
        </a:p>
      </dgm:t>
    </dgm:pt>
    <dgm:pt modelId="{B9B013BD-082A-4CC0-8CFF-F12A7384E9EE}">
      <dgm:prSet/>
      <dgm:spPr>
        <a:solidFill>
          <a:srgbClr val="5E9DF1"/>
        </a:solidFill>
        <a:ln>
          <a:solidFill>
            <a:srgbClr val="5E9DF1"/>
          </a:solidFill>
        </a:ln>
      </dgm:spPr>
      <dgm:t>
        <a:bodyPr/>
        <a:lstStyle/>
        <a:p>
          <a:r>
            <a:rPr lang="en-US" dirty="0"/>
            <a:t>Beta Emission</a:t>
          </a:r>
        </a:p>
      </dgm:t>
    </dgm:pt>
    <dgm:pt modelId="{78F2979E-8304-4943-BB84-DBB59177B532}" type="parTrans" cxnId="{836335D6-68CE-4DC7-9E80-43FF46BF6C4F}">
      <dgm:prSet/>
      <dgm:spPr/>
      <dgm:t>
        <a:bodyPr/>
        <a:lstStyle/>
        <a:p>
          <a:endParaRPr lang="en-US"/>
        </a:p>
      </dgm:t>
    </dgm:pt>
    <dgm:pt modelId="{2665FC41-02D0-4D51-9811-269375EC0303}" type="sibTrans" cxnId="{836335D6-68CE-4DC7-9E80-43FF46BF6C4F}">
      <dgm:prSet/>
      <dgm:spPr/>
      <dgm:t>
        <a:bodyPr/>
        <a:lstStyle/>
        <a:p>
          <a:endParaRPr lang="en-US"/>
        </a:p>
      </dgm:t>
    </dgm:pt>
    <dgm:pt modelId="{E916B180-5E29-4B99-94CE-43BDB9A00B9A}">
      <dgm:prSet/>
      <dgm:spPr/>
      <dgm:t>
        <a:bodyPr/>
        <a:lstStyle/>
        <a:p>
          <a:r>
            <a:rPr lang="en-US" dirty="0"/>
            <a:t>Emission of electron or positron, spectrum of energies, light and proton rich/deficit</a:t>
          </a:r>
        </a:p>
      </dgm:t>
    </dgm:pt>
    <dgm:pt modelId="{9C7AC72E-3A46-4B96-8D56-F63E7985AD4A}" type="parTrans" cxnId="{21DBFC66-AAEE-49AB-8B5C-1810D91A04F0}">
      <dgm:prSet/>
      <dgm:spPr/>
      <dgm:t>
        <a:bodyPr/>
        <a:lstStyle/>
        <a:p>
          <a:endParaRPr lang="en-US"/>
        </a:p>
      </dgm:t>
    </dgm:pt>
    <dgm:pt modelId="{C94692AB-4FFD-4B15-AC6D-D2AB126BA62F}" type="sibTrans" cxnId="{21DBFC66-AAEE-49AB-8B5C-1810D91A04F0}">
      <dgm:prSet/>
      <dgm:spPr/>
      <dgm:t>
        <a:bodyPr/>
        <a:lstStyle/>
        <a:p>
          <a:endParaRPr lang="en-US"/>
        </a:p>
      </dgm:t>
    </dgm:pt>
    <dgm:pt modelId="{370C2F67-106F-4482-AA78-32EA3B86EC7A}">
      <dgm:prSet/>
      <dgm:spPr>
        <a:solidFill>
          <a:srgbClr val="8CB9F5"/>
        </a:solidFill>
        <a:ln>
          <a:solidFill>
            <a:srgbClr val="8CB9F5"/>
          </a:solidFill>
        </a:ln>
      </dgm:spPr>
      <dgm:t>
        <a:bodyPr/>
        <a:lstStyle/>
        <a:p>
          <a:r>
            <a:rPr lang="en-US" dirty="0"/>
            <a:t>Excited State Gamma/Isomeric Transition</a:t>
          </a:r>
        </a:p>
      </dgm:t>
    </dgm:pt>
    <dgm:pt modelId="{CB34912C-2165-4518-BD71-1A15D16D77EF}" type="parTrans" cxnId="{BA30A2C1-EBC8-420C-9C01-5A83D3FB7D73}">
      <dgm:prSet/>
      <dgm:spPr/>
      <dgm:t>
        <a:bodyPr/>
        <a:lstStyle/>
        <a:p>
          <a:endParaRPr lang="en-US"/>
        </a:p>
      </dgm:t>
    </dgm:pt>
    <dgm:pt modelId="{94008588-41B5-4634-A99F-0EA3C2ED1AAA}" type="sibTrans" cxnId="{BA30A2C1-EBC8-420C-9C01-5A83D3FB7D73}">
      <dgm:prSet/>
      <dgm:spPr/>
      <dgm:t>
        <a:bodyPr/>
        <a:lstStyle/>
        <a:p>
          <a:endParaRPr lang="en-US"/>
        </a:p>
      </dgm:t>
    </dgm:pt>
    <dgm:pt modelId="{594EFB68-CA11-4264-94BD-044214FB0D9A}">
      <dgm:prSet/>
      <dgm:spPr>
        <a:solidFill>
          <a:srgbClr val="5E9DF1"/>
        </a:solidFill>
        <a:ln>
          <a:solidFill>
            <a:srgbClr val="5E9DF1"/>
          </a:solidFill>
        </a:ln>
      </dgm:spPr>
      <dgm:t>
        <a:bodyPr/>
        <a:lstStyle/>
        <a:p>
          <a:r>
            <a:rPr lang="en-US" dirty="0"/>
            <a:t>Internal Conversion</a:t>
          </a:r>
        </a:p>
      </dgm:t>
    </dgm:pt>
    <dgm:pt modelId="{1881B7FC-0EE3-4627-905F-3249B928854F}" type="parTrans" cxnId="{347FE75D-A154-478D-86C5-35C14B5882AB}">
      <dgm:prSet/>
      <dgm:spPr/>
      <dgm:t>
        <a:bodyPr/>
        <a:lstStyle/>
        <a:p>
          <a:endParaRPr lang="en-US"/>
        </a:p>
      </dgm:t>
    </dgm:pt>
    <dgm:pt modelId="{2BBEE916-83BF-4F73-92A8-A640714F92FF}" type="sibTrans" cxnId="{347FE75D-A154-478D-86C5-35C14B5882AB}">
      <dgm:prSet/>
      <dgm:spPr/>
      <dgm:t>
        <a:bodyPr/>
        <a:lstStyle/>
        <a:p>
          <a:endParaRPr lang="en-US"/>
        </a:p>
      </dgm:t>
    </dgm:pt>
    <dgm:pt modelId="{B0FB3C06-2124-4558-B80B-0BA708AAF27C}">
      <dgm:prSet/>
      <dgm:spPr/>
      <dgm:t>
        <a:bodyPr/>
        <a:lstStyle/>
        <a:p>
          <a:r>
            <a:rPr lang="en-US" dirty="0"/>
            <a:t>Attempted gamma emission </a:t>
          </a:r>
          <a:r>
            <a:rPr lang="en-US" dirty="0">
              <a:sym typeface="Wingdings" panose="05000000000000000000" pitchFamily="2" charset="2"/>
            </a:rPr>
            <a:t> electron emission, set energy</a:t>
          </a:r>
          <a:endParaRPr lang="en-US" dirty="0"/>
        </a:p>
      </dgm:t>
    </dgm:pt>
    <dgm:pt modelId="{F8AECD42-4C50-4FD4-AD26-15F61BD256A5}" type="parTrans" cxnId="{0FDE2F37-8039-4582-8D84-DE3FAF463F2C}">
      <dgm:prSet/>
      <dgm:spPr/>
      <dgm:t>
        <a:bodyPr/>
        <a:lstStyle/>
        <a:p>
          <a:endParaRPr lang="en-US"/>
        </a:p>
      </dgm:t>
    </dgm:pt>
    <dgm:pt modelId="{852A19DA-30D0-4262-AFDF-22BE50903904}" type="sibTrans" cxnId="{0FDE2F37-8039-4582-8D84-DE3FAF463F2C}">
      <dgm:prSet/>
      <dgm:spPr/>
      <dgm:t>
        <a:bodyPr/>
        <a:lstStyle/>
        <a:p>
          <a:endParaRPr lang="en-US"/>
        </a:p>
      </dgm:t>
    </dgm:pt>
    <dgm:pt modelId="{C7BC0773-DED6-4F04-A7A4-F89F852BB078}">
      <dgm:prSet/>
      <dgm:spPr/>
      <dgm:t>
        <a:bodyPr/>
        <a:lstStyle/>
        <a:p>
          <a:r>
            <a:rPr lang="en-US" dirty="0"/>
            <a:t>Emission of photon </a:t>
          </a:r>
        </a:p>
      </dgm:t>
    </dgm:pt>
    <dgm:pt modelId="{612E1964-07CB-478F-971C-65FF11EF7EC3}" type="parTrans" cxnId="{634B0F30-9022-40CB-AB54-35A79B8C7470}">
      <dgm:prSet/>
      <dgm:spPr/>
      <dgm:t>
        <a:bodyPr/>
        <a:lstStyle/>
        <a:p>
          <a:endParaRPr lang="en-US"/>
        </a:p>
      </dgm:t>
    </dgm:pt>
    <dgm:pt modelId="{0B0DF44D-5B41-4508-A5DA-8EF1AC9B589C}" type="sibTrans" cxnId="{634B0F30-9022-40CB-AB54-35A79B8C7470}">
      <dgm:prSet/>
      <dgm:spPr/>
      <dgm:t>
        <a:bodyPr/>
        <a:lstStyle/>
        <a:p>
          <a:endParaRPr lang="en-US"/>
        </a:p>
      </dgm:t>
    </dgm:pt>
    <dgm:pt modelId="{314DEF51-AFA9-4FD6-A87C-05CDF5580BFD}">
      <dgm:prSet/>
      <dgm:spPr>
        <a:solidFill>
          <a:srgbClr val="8CB9F5"/>
        </a:solidFill>
        <a:ln>
          <a:solidFill>
            <a:srgbClr val="8CB9F5"/>
          </a:solidFill>
        </a:ln>
      </dgm:spPr>
      <dgm:t>
        <a:bodyPr/>
        <a:lstStyle/>
        <a:p>
          <a:r>
            <a:rPr lang="en-US" dirty="0"/>
            <a:t>Electron Capture</a:t>
          </a:r>
        </a:p>
      </dgm:t>
    </dgm:pt>
    <dgm:pt modelId="{1C2E5991-81D6-48DA-BD3E-D2B1FE5D75A2}" type="parTrans" cxnId="{42DEE440-5127-4992-B031-C91E40EB5482}">
      <dgm:prSet/>
      <dgm:spPr/>
      <dgm:t>
        <a:bodyPr/>
        <a:lstStyle/>
        <a:p>
          <a:endParaRPr lang="en-US"/>
        </a:p>
      </dgm:t>
    </dgm:pt>
    <dgm:pt modelId="{F61EAF74-5BCE-4237-BF70-968A707FC7E5}" type="sibTrans" cxnId="{42DEE440-5127-4992-B031-C91E40EB5482}">
      <dgm:prSet/>
      <dgm:spPr/>
      <dgm:t>
        <a:bodyPr/>
        <a:lstStyle/>
        <a:p>
          <a:endParaRPr lang="en-US"/>
        </a:p>
      </dgm:t>
    </dgm:pt>
    <dgm:pt modelId="{3D6B1876-08DE-4E6C-8EE9-49423C617AC6}">
      <dgm:prSet/>
      <dgm:spPr/>
      <dgm:t>
        <a:bodyPr/>
        <a:lstStyle/>
        <a:p>
          <a:r>
            <a:rPr lang="en-US" dirty="0"/>
            <a:t>K-shell electron consumed by nucleus and proton, competitive with positron, vacancy</a:t>
          </a:r>
        </a:p>
      </dgm:t>
    </dgm:pt>
    <dgm:pt modelId="{A07B3C28-9F13-484F-87FD-596FCF2345F5}" type="parTrans" cxnId="{3D899AE2-CC5B-4A2A-8FC2-3C288F5652BF}">
      <dgm:prSet/>
      <dgm:spPr/>
      <dgm:t>
        <a:bodyPr/>
        <a:lstStyle/>
        <a:p>
          <a:endParaRPr lang="en-US"/>
        </a:p>
      </dgm:t>
    </dgm:pt>
    <dgm:pt modelId="{8BEEDD51-6559-479F-A692-845375132A78}" type="sibTrans" cxnId="{3D899AE2-CC5B-4A2A-8FC2-3C288F5652BF}">
      <dgm:prSet/>
      <dgm:spPr/>
      <dgm:t>
        <a:bodyPr/>
        <a:lstStyle/>
        <a:p>
          <a:endParaRPr lang="en-US"/>
        </a:p>
      </dgm:t>
    </dgm:pt>
    <dgm:pt modelId="{15E172EE-C755-48AF-879A-44DD238DCC61}" type="pres">
      <dgm:prSet presAssocID="{3239AB00-B8EE-4DE1-9EF8-61FD2E43819A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002730F4-F98F-4166-9D56-64297A6A9080}" type="pres">
      <dgm:prSet presAssocID="{D893AF97-2CB2-4986-80B1-4C946C39E257}" presName="composite" presStyleCnt="0"/>
      <dgm:spPr/>
    </dgm:pt>
    <dgm:pt modelId="{EE9234C3-2153-4925-BE01-E24CA6EAC012}" type="pres">
      <dgm:prSet presAssocID="{D893AF97-2CB2-4986-80B1-4C946C39E257}" presName="FirstChild" presStyleLbl="revTx" presStyleIdx="0" presStyleCnt="7">
        <dgm:presLayoutVars>
          <dgm:chMax val="0"/>
          <dgm:chPref val="0"/>
          <dgm:bulletEnabled val="1"/>
        </dgm:presLayoutVars>
      </dgm:prSet>
      <dgm:spPr/>
    </dgm:pt>
    <dgm:pt modelId="{481D390D-8D52-4285-97B8-F989054C0188}" type="pres">
      <dgm:prSet presAssocID="{D893AF97-2CB2-4986-80B1-4C946C39E257}" presName="Parent" presStyleLbl="alignNode1" presStyleIdx="0" presStyleCnt="7">
        <dgm:presLayoutVars>
          <dgm:chMax val="3"/>
          <dgm:chPref val="3"/>
          <dgm:bulletEnabled val="1"/>
        </dgm:presLayoutVars>
      </dgm:prSet>
      <dgm:spPr/>
    </dgm:pt>
    <dgm:pt modelId="{B769B99E-B62D-4A48-86E1-E5182649CCB7}" type="pres">
      <dgm:prSet presAssocID="{D893AF97-2CB2-4986-80B1-4C946C39E257}" presName="Accent" presStyleLbl="parChTrans1D1" presStyleIdx="0" presStyleCnt="7"/>
      <dgm:spPr/>
    </dgm:pt>
    <dgm:pt modelId="{62DD3BA5-5A7F-4293-BE1C-26FC5CF4E981}" type="pres">
      <dgm:prSet presAssocID="{8E7DCE83-B8C9-47FF-88CB-EE475BB236A3}" presName="sibTrans" presStyleCnt="0"/>
      <dgm:spPr/>
    </dgm:pt>
    <dgm:pt modelId="{EC79B9DF-1490-4A5C-B315-95059AA1EA5D}" type="pres">
      <dgm:prSet presAssocID="{FD6D8547-DFDB-48EF-A051-8A0A5263C1D3}" presName="composite" presStyleCnt="0"/>
      <dgm:spPr/>
    </dgm:pt>
    <dgm:pt modelId="{9BD1B0FF-AA65-4323-AB60-63C9F4E49392}" type="pres">
      <dgm:prSet presAssocID="{FD6D8547-DFDB-48EF-A051-8A0A5263C1D3}" presName="FirstChild" presStyleLbl="revTx" presStyleIdx="1" presStyleCnt="7">
        <dgm:presLayoutVars>
          <dgm:chMax val="0"/>
          <dgm:chPref val="0"/>
          <dgm:bulletEnabled val="1"/>
        </dgm:presLayoutVars>
      </dgm:prSet>
      <dgm:spPr/>
    </dgm:pt>
    <dgm:pt modelId="{F37B61E3-5124-42E6-836D-10BB70638E0E}" type="pres">
      <dgm:prSet presAssocID="{FD6D8547-DFDB-48EF-A051-8A0A5263C1D3}" presName="Parent" presStyleLbl="alignNode1" presStyleIdx="1" presStyleCnt="7">
        <dgm:presLayoutVars>
          <dgm:chMax val="3"/>
          <dgm:chPref val="3"/>
          <dgm:bulletEnabled val="1"/>
        </dgm:presLayoutVars>
      </dgm:prSet>
      <dgm:spPr/>
    </dgm:pt>
    <dgm:pt modelId="{6A8A5591-BE6C-4BDD-8043-11400C4B038C}" type="pres">
      <dgm:prSet presAssocID="{FD6D8547-DFDB-48EF-A051-8A0A5263C1D3}" presName="Accent" presStyleLbl="parChTrans1D1" presStyleIdx="1" presStyleCnt="7"/>
      <dgm:spPr/>
    </dgm:pt>
    <dgm:pt modelId="{EC7D5CAF-80F0-4F20-87D6-4C0407B6491E}" type="pres">
      <dgm:prSet presAssocID="{955FCC06-544C-4A29-A504-D610D26239EA}" presName="sibTrans" presStyleCnt="0"/>
      <dgm:spPr/>
    </dgm:pt>
    <dgm:pt modelId="{359EF458-F3DB-4993-9062-BBCB632441DE}" type="pres">
      <dgm:prSet presAssocID="{E6F8F4F7-8B23-46E8-A2C1-2C1D8BFDC695}" presName="composite" presStyleCnt="0"/>
      <dgm:spPr/>
    </dgm:pt>
    <dgm:pt modelId="{F0D63F2D-5497-4855-9B07-D16B3B9039E4}" type="pres">
      <dgm:prSet presAssocID="{E6F8F4F7-8B23-46E8-A2C1-2C1D8BFDC695}" presName="FirstChild" presStyleLbl="revTx" presStyleIdx="2" presStyleCnt="7">
        <dgm:presLayoutVars>
          <dgm:chMax val="0"/>
          <dgm:chPref val="0"/>
          <dgm:bulletEnabled val="1"/>
        </dgm:presLayoutVars>
      </dgm:prSet>
      <dgm:spPr/>
    </dgm:pt>
    <dgm:pt modelId="{1FE4EAC9-3334-489D-B18A-08312E2C89CB}" type="pres">
      <dgm:prSet presAssocID="{E6F8F4F7-8B23-46E8-A2C1-2C1D8BFDC695}" presName="Parent" presStyleLbl="alignNode1" presStyleIdx="2" presStyleCnt="7">
        <dgm:presLayoutVars>
          <dgm:chMax val="3"/>
          <dgm:chPref val="3"/>
          <dgm:bulletEnabled val="1"/>
        </dgm:presLayoutVars>
      </dgm:prSet>
      <dgm:spPr/>
    </dgm:pt>
    <dgm:pt modelId="{56F4C462-5C93-4FBB-84D3-7EAA65B15237}" type="pres">
      <dgm:prSet presAssocID="{E6F8F4F7-8B23-46E8-A2C1-2C1D8BFDC695}" presName="Accent" presStyleLbl="parChTrans1D1" presStyleIdx="2" presStyleCnt="7"/>
      <dgm:spPr>
        <a:ln>
          <a:solidFill>
            <a:srgbClr val="3081ED"/>
          </a:solidFill>
        </a:ln>
      </dgm:spPr>
    </dgm:pt>
    <dgm:pt modelId="{4AABBF49-15C3-48D0-96D8-587F4B27241C}" type="pres">
      <dgm:prSet presAssocID="{E741199C-307C-4BC3-8A2C-086E46CDB2A2}" presName="sibTrans" presStyleCnt="0"/>
      <dgm:spPr/>
    </dgm:pt>
    <dgm:pt modelId="{B8FDD842-2A72-40B8-9DB6-1219DC642E3A}" type="pres">
      <dgm:prSet presAssocID="{B9B013BD-082A-4CC0-8CFF-F12A7384E9EE}" presName="composite" presStyleCnt="0"/>
      <dgm:spPr/>
    </dgm:pt>
    <dgm:pt modelId="{86D45B81-A7C8-4D67-B229-4A047BE68D4F}" type="pres">
      <dgm:prSet presAssocID="{B9B013BD-082A-4CC0-8CFF-F12A7384E9EE}" presName="FirstChild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2C17C43D-1A98-4612-9A05-C5C3E1A311C6}" type="pres">
      <dgm:prSet presAssocID="{B9B013BD-082A-4CC0-8CFF-F12A7384E9EE}" presName="Parent" presStyleLbl="alignNode1" presStyleIdx="3" presStyleCnt="7">
        <dgm:presLayoutVars>
          <dgm:chMax val="3"/>
          <dgm:chPref val="3"/>
          <dgm:bulletEnabled val="1"/>
        </dgm:presLayoutVars>
      </dgm:prSet>
      <dgm:spPr/>
    </dgm:pt>
    <dgm:pt modelId="{E1696965-AE74-4FFE-8F11-D3AD9AF89B56}" type="pres">
      <dgm:prSet presAssocID="{B9B013BD-082A-4CC0-8CFF-F12A7384E9EE}" presName="Accent" presStyleLbl="parChTrans1D1" presStyleIdx="3" presStyleCnt="7"/>
      <dgm:spPr>
        <a:ln>
          <a:solidFill>
            <a:srgbClr val="5E9DF1"/>
          </a:solidFill>
        </a:ln>
      </dgm:spPr>
    </dgm:pt>
    <dgm:pt modelId="{AE740472-487E-4E99-AA29-848F8F56D450}" type="pres">
      <dgm:prSet presAssocID="{2665FC41-02D0-4D51-9811-269375EC0303}" presName="sibTrans" presStyleCnt="0"/>
      <dgm:spPr/>
    </dgm:pt>
    <dgm:pt modelId="{CDC05920-15F0-4DB8-A309-2C3DAD7F91D0}" type="pres">
      <dgm:prSet presAssocID="{594EFB68-CA11-4264-94BD-044214FB0D9A}" presName="composite" presStyleCnt="0"/>
      <dgm:spPr/>
    </dgm:pt>
    <dgm:pt modelId="{8AFF3944-96AB-4280-A805-D09213EB3584}" type="pres">
      <dgm:prSet presAssocID="{594EFB68-CA11-4264-94BD-044214FB0D9A}" presName="FirstChild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866339C1-7613-4968-9DD9-B50D088E428A}" type="pres">
      <dgm:prSet presAssocID="{594EFB68-CA11-4264-94BD-044214FB0D9A}" presName="Parent" presStyleLbl="alignNode1" presStyleIdx="4" presStyleCnt="7">
        <dgm:presLayoutVars>
          <dgm:chMax val="3"/>
          <dgm:chPref val="3"/>
          <dgm:bulletEnabled val="1"/>
        </dgm:presLayoutVars>
      </dgm:prSet>
      <dgm:spPr/>
    </dgm:pt>
    <dgm:pt modelId="{17716791-A914-42B2-A1D6-8602346EA3DC}" type="pres">
      <dgm:prSet presAssocID="{594EFB68-CA11-4264-94BD-044214FB0D9A}" presName="Accent" presStyleLbl="parChTrans1D1" presStyleIdx="4" presStyleCnt="7"/>
      <dgm:spPr>
        <a:ln>
          <a:solidFill>
            <a:srgbClr val="5E9DF1"/>
          </a:solidFill>
        </a:ln>
      </dgm:spPr>
    </dgm:pt>
    <dgm:pt modelId="{D17E3E80-C8E7-4284-AC11-23F19AAFD4DD}" type="pres">
      <dgm:prSet presAssocID="{2BBEE916-83BF-4F73-92A8-A640714F92FF}" presName="sibTrans" presStyleCnt="0"/>
      <dgm:spPr/>
    </dgm:pt>
    <dgm:pt modelId="{33586EC2-0C27-429C-93C5-F297E66D4C73}" type="pres">
      <dgm:prSet presAssocID="{370C2F67-106F-4482-AA78-32EA3B86EC7A}" presName="composite" presStyleCnt="0"/>
      <dgm:spPr/>
    </dgm:pt>
    <dgm:pt modelId="{A1BA7765-40D6-4A21-BFBB-188B2C8A3138}" type="pres">
      <dgm:prSet presAssocID="{370C2F67-106F-4482-AA78-32EA3B86EC7A}" presName="FirstChild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917E6253-69FA-41D9-A983-75F0F201CE6D}" type="pres">
      <dgm:prSet presAssocID="{370C2F67-106F-4482-AA78-32EA3B86EC7A}" presName="Parent" presStyleLbl="alignNode1" presStyleIdx="5" presStyleCnt="7">
        <dgm:presLayoutVars>
          <dgm:chMax val="3"/>
          <dgm:chPref val="3"/>
          <dgm:bulletEnabled val="1"/>
        </dgm:presLayoutVars>
      </dgm:prSet>
      <dgm:spPr/>
    </dgm:pt>
    <dgm:pt modelId="{1F1FE6AC-945A-4F34-82BC-95B012114D35}" type="pres">
      <dgm:prSet presAssocID="{370C2F67-106F-4482-AA78-32EA3B86EC7A}" presName="Accent" presStyleLbl="parChTrans1D1" presStyleIdx="5" presStyleCnt="7"/>
      <dgm:spPr>
        <a:ln>
          <a:solidFill>
            <a:srgbClr val="8CB9F5"/>
          </a:solidFill>
        </a:ln>
      </dgm:spPr>
    </dgm:pt>
    <dgm:pt modelId="{A9EDC19F-BD23-4624-ADB1-D4BC896CC9DA}" type="pres">
      <dgm:prSet presAssocID="{94008588-41B5-4634-A99F-0EA3C2ED1AAA}" presName="sibTrans" presStyleCnt="0"/>
      <dgm:spPr/>
    </dgm:pt>
    <dgm:pt modelId="{7D165639-3287-4C3A-8490-7EB53B90C57A}" type="pres">
      <dgm:prSet presAssocID="{314DEF51-AFA9-4FD6-A87C-05CDF5580BFD}" presName="composite" presStyleCnt="0"/>
      <dgm:spPr/>
    </dgm:pt>
    <dgm:pt modelId="{7B6613D1-ADF8-46E1-A716-095AE62CB894}" type="pres">
      <dgm:prSet presAssocID="{314DEF51-AFA9-4FD6-A87C-05CDF5580BFD}" presName="FirstChild" presStyleLbl="revTx" presStyleIdx="6" presStyleCnt="7">
        <dgm:presLayoutVars>
          <dgm:chMax val="0"/>
          <dgm:chPref val="0"/>
          <dgm:bulletEnabled val="1"/>
        </dgm:presLayoutVars>
      </dgm:prSet>
      <dgm:spPr/>
    </dgm:pt>
    <dgm:pt modelId="{503205FD-451C-4E6C-AEA6-541694D0A641}" type="pres">
      <dgm:prSet presAssocID="{314DEF51-AFA9-4FD6-A87C-05CDF5580BFD}" presName="Parent" presStyleLbl="alignNode1" presStyleIdx="6" presStyleCnt="7">
        <dgm:presLayoutVars>
          <dgm:chMax val="3"/>
          <dgm:chPref val="3"/>
          <dgm:bulletEnabled val="1"/>
        </dgm:presLayoutVars>
      </dgm:prSet>
      <dgm:spPr/>
    </dgm:pt>
    <dgm:pt modelId="{1CE90D6C-D0C3-4926-83C6-14901C409CDB}" type="pres">
      <dgm:prSet presAssocID="{314DEF51-AFA9-4FD6-A87C-05CDF5580BFD}" presName="Accent" presStyleLbl="parChTrans1D1" presStyleIdx="6" presStyleCnt="7"/>
      <dgm:spPr/>
    </dgm:pt>
  </dgm:ptLst>
  <dgm:cxnLst>
    <dgm:cxn modelId="{BF108917-E714-4A19-9C4A-3E00CFC075A1}" type="presOf" srcId="{314DEF51-AFA9-4FD6-A87C-05CDF5580BFD}" destId="{503205FD-451C-4E6C-AEA6-541694D0A641}" srcOrd="0" destOrd="0" presId="urn:microsoft.com/office/officeart/2011/layout/TabList"/>
    <dgm:cxn modelId="{F8BAD71C-A014-4A4D-8293-83EE16E2923A}" srcId="{3239AB00-B8EE-4DE1-9EF8-61FD2E43819A}" destId="{FD6D8547-DFDB-48EF-A051-8A0A5263C1D3}" srcOrd="1" destOrd="0" parTransId="{B459ED41-C516-488E-8002-EC645A22D4D9}" sibTransId="{955FCC06-544C-4A29-A504-D610D26239EA}"/>
    <dgm:cxn modelId="{5D674F1F-A0BE-445F-81C7-01692A3D35D7}" type="presOf" srcId="{B0FB3C06-2124-4558-B80B-0BA708AAF27C}" destId="{8AFF3944-96AB-4280-A805-D09213EB3584}" srcOrd="0" destOrd="0" presId="urn:microsoft.com/office/officeart/2011/layout/TabList"/>
    <dgm:cxn modelId="{634B0F30-9022-40CB-AB54-35A79B8C7470}" srcId="{370C2F67-106F-4482-AA78-32EA3B86EC7A}" destId="{C7BC0773-DED6-4F04-A7A4-F89F852BB078}" srcOrd="0" destOrd="0" parTransId="{612E1964-07CB-478F-971C-65FF11EF7EC3}" sibTransId="{0B0DF44D-5B41-4508-A5DA-8EF1AC9B589C}"/>
    <dgm:cxn modelId="{0FDE2F37-8039-4582-8D84-DE3FAF463F2C}" srcId="{594EFB68-CA11-4264-94BD-044214FB0D9A}" destId="{B0FB3C06-2124-4558-B80B-0BA708AAF27C}" srcOrd="0" destOrd="0" parTransId="{F8AECD42-4C50-4FD4-AD26-15F61BD256A5}" sibTransId="{852A19DA-30D0-4262-AFDF-22BE50903904}"/>
    <dgm:cxn modelId="{487F1A38-27B7-40FB-9D43-2782213E3591}" type="presOf" srcId="{E916B180-5E29-4B99-94CE-43BDB9A00B9A}" destId="{86D45B81-A7C8-4D67-B229-4A047BE68D4F}" srcOrd="0" destOrd="0" presId="urn:microsoft.com/office/officeart/2011/layout/TabList"/>
    <dgm:cxn modelId="{42DEE440-5127-4992-B031-C91E40EB5482}" srcId="{3239AB00-B8EE-4DE1-9EF8-61FD2E43819A}" destId="{314DEF51-AFA9-4FD6-A87C-05CDF5580BFD}" srcOrd="6" destOrd="0" parTransId="{1C2E5991-81D6-48DA-BD3E-D2B1FE5D75A2}" sibTransId="{F61EAF74-5BCE-4237-BF70-968A707FC7E5}"/>
    <dgm:cxn modelId="{347FE75D-A154-478D-86C5-35C14B5882AB}" srcId="{3239AB00-B8EE-4DE1-9EF8-61FD2E43819A}" destId="{594EFB68-CA11-4264-94BD-044214FB0D9A}" srcOrd="4" destOrd="0" parTransId="{1881B7FC-0EE3-4627-905F-3249B928854F}" sibTransId="{2BBEE916-83BF-4F73-92A8-A640714F92FF}"/>
    <dgm:cxn modelId="{17A05042-67A5-460C-8E78-3768FF3D023F}" type="presOf" srcId="{BE90ED4F-86AD-43DF-9E71-77958C601B13}" destId="{F0D63F2D-5497-4855-9B07-D16B3B9039E4}" srcOrd="0" destOrd="0" presId="urn:microsoft.com/office/officeart/2011/layout/TabList"/>
    <dgm:cxn modelId="{21DBFC66-AAEE-49AB-8B5C-1810D91A04F0}" srcId="{B9B013BD-082A-4CC0-8CFF-F12A7384E9EE}" destId="{E916B180-5E29-4B99-94CE-43BDB9A00B9A}" srcOrd="0" destOrd="0" parTransId="{9C7AC72E-3A46-4B96-8D56-F63E7985AD4A}" sibTransId="{C94692AB-4FFD-4B15-AC6D-D2AB126BA62F}"/>
    <dgm:cxn modelId="{6F33276F-68AB-44AC-9144-94DB3E5EF1ED}" type="presOf" srcId="{D893AF97-2CB2-4986-80B1-4C946C39E257}" destId="{481D390D-8D52-4285-97B8-F989054C0188}" srcOrd="0" destOrd="0" presId="urn:microsoft.com/office/officeart/2011/layout/TabList"/>
    <dgm:cxn modelId="{3AAD085A-CD76-43BC-983E-B828D96BB8D6}" type="presOf" srcId="{B77BAA2E-165D-4A11-8DC0-9BE5919B8F30}" destId="{9BD1B0FF-AA65-4323-AB60-63C9F4E49392}" srcOrd="0" destOrd="0" presId="urn:microsoft.com/office/officeart/2011/layout/TabList"/>
    <dgm:cxn modelId="{AD42965A-236E-4FAA-8529-EBF78A72AA67}" type="presOf" srcId="{370C2F67-106F-4482-AA78-32EA3B86EC7A}" destId="{917E6253-69FA-41D9-A983-75F0F201CE6D}" srcOrd="0" destOrd="0" presId="urn:microsoft.com/office/officeart/2011/layout/TabList"/>
    <dgm:cxn modelId="{2773C980-14E9-4480-9115-97F880451AF7}" srcId="{3239AB00-B8EE-4DE1-9EF8-61FD2E43819A}" destId="{D893AF97-2CB2-4986-80B1-4C946C39E257}" srcOrd="0" destOrd="0" parTransId="{C733DF78-75BE-45AC-AEC3-E092169FBAF1}" sibTransId="{8E7DCE83-B8C9-47FF-88CB-EE475BB236A3}"/>
    <dgm:cxn modelId="{EB2F5085-D171-42CB-9B6C-0161E4E662FA}" type="presOf" srcId="{594EFB68-CA11-4264-94BD-044214FB0D9A}" destId="{866339C1-7613-4968-9DD9-B50D088E428A}" srcOrd="0" destOrd="0" presId="urn:microsoft.com/office/officeart/2011/layout/TabList"/>
    <dgm:cxn modelId="{CAA73F86-8758-4C24-BBA9-77FB4FAD8B67}" type="presOf" srcId="{C7BC0773-DED6-4F04-A7A4-F89F852BB078}" destId="{A1BA7765-40D6-4A21-BFBB-188B2C8A3138}" srcOrd="0" destOrd="0" presId="urn:microsoft.com/office/officeart/2011/layout/TabList"/>
    <dgm:cxn modelId="{AD88F193-DF2D-4399-B0B0-8FEC480422D3}" type="presOf" srcId="{3239AB00-B8EE-4DE1-9EF8-61FD2E43819A}" destId="{15E172EE-C755-48AF-879A-44DD238DCC61}" srcOrd="0" destOrd="0" presId="urn:microsoft.com/office/officeart/2011/layout/TabList"/>
    <dgm:cxn modelId="{A6FA2294-26AC-416C-AE71-273C140287CD}" type="presOf" srcId="{FD6D8547-DFDB-48EF-A051-8A0A5263C1D3}" destId="{F37B61E3-5124-42E6-836D-10BB70638E0E}" srcOrd="0" destOrd="0" presId="urn:microsoft.com/office/officeart/2011/layout/TabList"/>
    <dgm:cxn modelId="{B35240A6-D6E4-4172-9F34-A00B49F51A50}" type="presOf" srcId="{3D6B1876-08DE-4E6C-8EE9-49423C617AC6}" destId="{7B6613D1-ADF8-46E1-A716-095AE62CB894}" srcOrd="0" destOrd="0" presId="urn:microsoft.com/office/officeart/2011/layout/TabList"/>
    <dgm:cxn modelId="{0D4695A6-A6B0-4E2E-A21A-7DEC10419C81}" type="presOf" srcId="{2A17988D-100B-4364-BF18-EE98E108E17A}" destId="{EE9234C3-2153-4925-BE01-E24CA6EAC012}" srcOrd="0" destOrd="0" presId="urn:microsoft.com/office/officeart/2011/layout/TabList"/>
    <dgm:cxn modelId="{395EA1A9-F60B-4BEF-9E54-4FCBE0F10708}" srcId="{3239AB00-B8EE-4DE1-9EF8-61FD2E43819A}" destId="{E6F8F4F7-8B23-46E8-A2C1-2C1D8BFDC695}" srcOrd="2" destOrd="0" parTransId="{6CE8866E-4D4B-48A6-A3F2-7BBA35AB2DB1}" sibTransId="{E741199C-307C-4BC3-8A2C-086E46CDB2A2}"/>
    <dgm:cxn modelId="{35DD80AC-E923-45C1-BF1C-C48DF9512507}" srcId="{D893AF97-2CB2-4986-80B1-4C946C39E257}" destId="{2A17988D-100B-4364-BF18-EE98E108E17A}" srcOrd="0" destOrd="0" parTransId="{4F9EBD66-8F67-4BCA-845F-24FE0A57504D}" sibTransId="{831B6254-F7EB-4AF1-B393-A7FB29E1F403}"/>
    <dgm:cxn modelId="{24F87ABF-3B8F-418F-AD83-069235D12FA4}" srcId="{E6F8F4F7-8B23-46E8-A2C1-2C1D8BFDC695}" destId="{BE90ED4F-86AD-43DF-9E71-77958C601B13}" srcOrd="0" destOrd="0" parTransId="{4F395E29-F281-4597-999A-9997DF1CE891}" sibTransId="{37B22B0F-7CC1-4597-8FAD-18D44064AD0D}"/>
    <dgm:cxn modelId="{BA30A2C1-EBC8-420C-9C01-5A83D3FB7D73}" srcId="{3239AB00-B8EE-4DE1-9EF8-61FD2E43819A}" destId="{370C2F67-106F-4482-AA78-32EA3B86EC7A}" srcOrd="5" destOrd="0" parTransId="{CB34912C-2165-4518-BD71-1A15D16D77EF}" sibTransId="{94008588-41B5-4634-A99F-0EA3C2ED1AAA}"/>
    <dgm:cxn modelId="{836335D6-68CE-4DC7-9E80-43FF46BF6C4F}" srcId="{3239AB00-B8EE-4DE1-9EF8-61FD2E43819A}" destId="{B9B013BD-082A-4CC0-8CFF-F12A7384E9EE}" srcOrd="3" destOrd="0" parTransId="{78F2979E-8304-4943-BB84-DBB59177B532}" sibTransId="{2665FC41-02D0-4D51-9811-269375EC0303}"/>
    <dgm:cxn modelId="{FCD855D6-19F7-451D-A6A9-827A0F4C3A79}" srcId="{FD6D8547-DFDB-48EF-A051-8A0A5263C1D3}" destId="{B77BAA2E-165D-4A11-8DC0-9BE5919B8F30}" srcOrd="0" destOrd="0" parTransId="{E1E90934-D413-4F25-8202-C6953C1D98AD}" sibTransId="{962D167B-8263-4E2C-8EE8-3CD6D95A53F1}"/>
    <dgm:cxn modelId="{3D899AE2-CC5B-4A2A-8FC2-3C288F5652BF}" srcId="{314DEF51-AFA9-4FD6-A87C-05CDF5580BFD}" destId="{3D6B1876-08DE-4E6C-8EE9-49423C617AC6}" srcOrd="0" destOrd="0" parTransId="{A07B3C28-9F13-484F-87FD-596FCF2345F5}" sibTransId="{8BEEDD51-6559-479F-A692-845375132A78}"/>
    <dgm:cxn modelId="{D24F6EEB-7E58-4D7B-A7FC-6F27F208C79F}" type="presOf" srcId="{E6F8F4F7-8B23-46E8-A2C1-2C1D8BFDC695}" destId="{1FE4EAC9-3334-489D-B18A-08312E2C89CB}" srcOrd="0" destOrd="0" presId="urn:microsoft.com/office/officeart/2011/layout/TabList"/>
    <dgm:cxn modelId="{863163EE-032F-476E-9836-DB5EF8FBE5E5}" type="presOf" srcId="{B9B013BD-082A-4CC0-8CFF-F12A7384E9EE}" destId="{2C17C43D-1A98-4612-9A05-C5C3E1A311C6}" srcOrd="0" destOrd="0" presId="urn:microsoft.com/office/officeart/2011/layout/TabList"/>
    <dgm:cxn modelId="{7D63D8B9-F445-4DFC-A987-3A011FBFC810}" type="presParOf" srcId="{15E172EE-C755-48AF-879A-44DD238DCC61}" destId="{002730F4-F98F-4166-9D56-64297A6A9080}" srcOrd="0" destOrd="0" presId="urn:microsoft.com/office/officeart/2011/layout/TabList"/>
    <dgm:cxn modelId="{6E0B639B-CD66-4D4C-B9CA-33BCD1D871DF}" type="presParOf" srcId="{002730F4-F98F-4166-9D56-64297A6A9080}" destId="{EE9234C3-2153-4925-BE01-E24CA6EAC012}" srcOrd="0" destOrd="0" presId="urn:microsoft.com/office/officeart/2011/layout/TabList"/>
    <dgm:cxn modelId="{20ACC01B-E7F1-4273-B78F-78C2A243C04D}" type="presParOf" srcId="{002730F4-F98F-4166-9D56-64297A6A9080}" destId="{481D390D-8D52-4285-97B8-F989054C0188}" srcOrd="1" destOrd="0" presId="urn:microsoft.com/office/officeart/2011/layout/TabList"/>
    <dgm:cxn modelId="{A11068F7-9D74-4673-8221-9714B0C254BE}" type="presParOf" srcId="{002730F4-F98F-4166-9D56-64297A6A9080}" destId="{B769B99E-B62D-4A48-86E1-E5182649CCB7}" srcOrd="2" destOrd="0" presId="urn:microsoft.com/office/officeart/2011/layout/TabList"/>
    <dgm:cxn modelId="{12C07223-8781-4F2D-8654-DEA5EB28C83B}" type="presParOf" srcId="{15E172EE-C755-48AF-879A-44DD238DCC61}" destId="{62DD3BA5-5A7F-4293-BE1C-26FC5CF4E981}" srcOrd="1" destOrd="0" presId="urn:microsoft.com/office/officeart/2011/layout/TabList"/>
    <dgm:cxn modelId="{B6D7CA54-A28E-45AD-96F3-98821F3CD207}" type="presParOf" srcId="{15E172EE-C755-48AF-879A-44DD238DCC61}" destId="{EC79B9DF-1490-4A5C-B315-95059AA1EA5D}" srcOrd="2" destOrd="0" presId="urn:microsoft.com/office/officeart/2011/layout/TabList"/>
    <dgm:cxn modelId="{45225F62-4A6C-466A-B037-9696B0B7BAC7}" type="presParOf" srcId="{EC79B9DF-1490-4A5C-B315-95059AA1EA5D}" destId="{9BD1B0FF-AA65-4323-AB60-63C9F4E49392}" srcOrd="0" destOrd="0" presId="urn:microsoft.com/office/officeart/2011/layout/TabList"/>
    <dgm:cxn modelId="{A37CFD19-E2C1-4F44-AC87-F6896740B14B}" type="presParOf" srcId="{EC79B9DF-1490-4A5C-B315-95059AA1EA5D}" destId="{F37B61E3-5124-42E6-836D-10BB70638E0E}" srcOrd="1" destOrd="0" presId="urn:microsoft.com/office/officeart/2011/layout/TabList"/>
    <dgm:cxn modelId="{7EF374DC-B65D-477E-A029-65ABBDEE1522}" type="presParOf" srcId="{EC79B9DF-1490-4A5C-B315-95059AA1EA5D}" destId="{6A8A5591-BE6C-4BDD-8043-11400C4B038C}" srcOrd="2" destOrd="0" presId="urn:microsoft.com/office/officeart/2011/layout/TabList"/>
    <dgm:cxn modelId="{A9D810AE-9C07-4074-9625-B77946495C48}" type="presParOf" srcId="{15E172EE-C755-48AF-879A-44DD238DCC61}" destId="{EC7D5CAF-80F0-4F20-87D6-4C0407B6491E}" srcOrd="3" destOrd="0" presId="urn:microsoft.com/office/officeart/2011/layout/TabList"/>
    <dgm:cxn modelId="{95B1DCE1-575F-42CC-BA30-E8B287A0352D}" type="presParOf" srcId="{15E172EE-C755-48AF-879A-44DD238DCC61}" destId="{359EF458-F3DB-4993-9062-BBCB632441DE}" srcOrd="4" destOrd="0" presId="urn:microsoft.com/office/officeart/2011/layout/TabList"/>
    <dgm:cxn modelId="{1585D95B-3A5F-47BD-B03C-202780182A76}" type="presParOf" srcId="{359EF458-F3DB-4993-9062-BBCB632441DE}" destId="{F0D63F2D-5497-4855-9B07-D16B3B9039E4}" srcOrd="0" destOrd="0" presId="urn:microsoft.com/office/officeart/2011/layout/TabList"/>
    <dgm:cxn modelId="{78DF1E2C-EE46-4CC1-9F30-81F17B0C30D6}" type="presParOf" srcId="{359EF458-F3DB-4993-9062-BBCB632441DE}" destId="{1FE4EAC9-3334-489D-B18A-08312E2C89CB}" srcOrd="1" destOrd="0" presId="urn:microsoft.com/office/officeart/2011/layout/TabList"/>
    <dgm:cxn modelId="{2F6E5F33-D6A9-447A-8725-F38A52688745}" type="presParOf" srcId="{359EF458-F3DB-4993-9062-BBCB632441DE}" destId="{56F4C462-5C93-4FBB-84D3-7EAA65B15237}" srcOrd="2" destOrd="0" presId="urn:microsoft.com/office/officeart/2011/layout/TabList"/>
    <dgm:cxn modelId="{4485A67E-084D-4E4C-BF0F-2A97DF3ABF64}" type="presParOf" srcId="{15E172EE-C755-48AF-879A-44DD238DCC61}" destId="{4AABBF49-15C3-48D0-96D8-587F4B27241C}" srcOrd="5" destOrd="0" presId="urn:microsoft.com/office/officeart/2011/layout/TabList"/>
    <dgm:cxn modelId="{28071CEF-59BB-49C0-AABB-A1D4900647F7}" type="presParOf" srcId="{15E172EE-C755-48AF-879A-44DD238DCC61}" destId="{B8FDD842-2A72-40B8-9DB6-1219DC642E3A}" srcOrd="6" destOrd="0" presId="urn:microsoft.com/office/officeart/2011/layout/TabList"/>
    <dgm:cxn modelId="{23C04055-0C8B-425C-910F-A50DCB9ED511}" type="presParOf" srcId="{B8FDD842-2A72-40B8-9DB6-1219DC642E3A}" destId="{86D45B81-A7C8-4D67-B229-4A047BE68D4F}" srcOrd="0" destOrd="0" presId="urn:microsoft.com/office/officeart/2011/layout/TabList"/>
    <dgm:cxn modelId="{DD664CA4-4450-46B9-A57A-24C21589294B}" type="presParOf" srcId="{B8FDD842-2A72-40B8-9DB6-1219DC642E3A}" destId="{2C17C43D-1A98-4612-9A05-C5C3E1A311C6}" srcOrd="1" destOrd="0" presId="urn:microsoft.com/office/officeart/2011/layout/TabList"/>
    <dgm:cxn modelId="{A6C4CDDE-D913-489B-8929-2354E9C2799C}" type="presParOf" srcId="{B8FDD842-2A72-40B8-9DB6-1219DC642E3A}" destId="{E1696965-AE74-4FFE-8F11-D3AD9AF89B56}" srcOrd="2" destOrd="0" presId="urn:microsoft.com/office/officeart/2011/layout/TabList"/>
    <dgm:cxn modelId="{40D97F79-7A81-4111-9C96-D4DCA8078FEC}" type="presParOf" srcId="{15E172EE-C755-48AF-879A-44DD238DCC61}" destId="{AE740472-487E-4E99-AA29-848F8F56D450}" srcOrd="7" destOrd="0" presId="urn:microsoft.com/office/officeart/2011/layout/TabList"/>
    <dgm:cxn modelId="{B5AE451D-A1AF-4144-98C2-514DE1A1A39A}" type="presParOf" srcId="{15E172EE-C755-48AF-879A-44DD238DCC61}" destId="{CDC05920-15F0-4DB8-A309-2C3DAD7F91D0}" srcOrd="8" destOrd="0" presId="urn:microsoft.com/office/officeart/2011/layout/TabList"/>
    <dgm:cxn modelId="{46798052-16E6-462A-8C51-1131C0A46ED0}" type="presParOf" srcId="{CDC05920-15F0-4DB8-A309-2C3DAD7F91D0}" destId="{8AFF3944-96AB-4280-A805-D09213EB3584}" srcOrd="0" destOrd="0" presId="urn:microsoft.com/office/officeart/2011/layout/TabList"/>
    <dgm:cxn modelId="{A1200E7C-2D24-48E3-B725-717326950C54}" type="presParOf" srcId="{CDC05920-15F0-4DB8-A309-2C3DAD7F91D0}" destId="{866339C1-7613-4968-9DD9-B50D088E428A}" srcOrd="1" destOrd="0" presId="urn:microsoft.com/office/officeart/2011/layout/TabList"/>
    <dgm:cxn modelId="{659D1352-9312-4F3A-BEA6-68C157F095EF}" type="presParOf" srcId="{CDC05920-15F0-4DB8-A309-2C3DAD7F91D0}" destId="{17716791-A914-42B2-A1D6-8602346EA3DC}" srcOrd="2" destOrd="0" presId="urn:microsoft.com/office/officeart/2011/layout/TabList"/>
    <dgm:cxn modelId="{2A128602-7841-4043-9D12-1083B8E424DC}" type="presParOf" srcId="{15E172EE-C755-48AF-879A-44DD238DCC61}" destId="{D17E3E80-C8E7-4284-AC11-23F19AAFD4DD}" srcOrd="9" destOrd="0" presId="urn:microsoft.com/office/officeart/2011/layout/TabList"/>
    <dgm:cxn modelId="{5F82E364-E5C8-42FE-8EF1-22EE5F1D1AC7}" type="presParOf" srcId="{15E172EE-C755-48AF-879A-44DD238DCC61}" destId="{33586EC2-0C27-429C-93C5-F297E66D4C73}" srcOrd="10" destOrd="0" presId="urn:microsoft.com/office/officeart/2011/layout/TabList"/>
    <dgm:cxn modelId="{EB3932BC-5291-41CC-A412-F87E5D1C388B}" type="presParOf" srcId="{33586EC2-0C27-429C-93C5-F297E66D4C73}" destId="{A1BA7765-40D6-4A21-BFBB-188B2C8A3138}" srcOrd="0" destOrd="0" presId="urn:microsoft.com/office/officeart/2011/layout/TabList"/>
    <dgm:cxn modelId="{6840EB22-ADE4-4569-9E6C-1A5F7468D2BF}" type="presParOf" srcId="{33586EC2-0C27-429C-93C5-F297E66D4C73}" destId="{917E6253-69FA-41D9-A983-75F0F201CE6D}" srcOrd="1" destOrd="0" presId="urn:microsoft.com/office/officeart/2011/layout/TabList"/>
    <dgm:cxn modelId="{E1E20723-61B2-4DC4-A67F-349F528A1BE9}" type="presParOf" srcId="{33586EC2-0C27-429C-93C5-F297E66D4C73}" destId="{1F1FE6AC-945A-4F34-82BC-95B012114D35}" srcOrd="2" destOrd="0" presId="urn:microsoft.com/office/officeart/2011/layout/TabList"/>
    <dgm:cxn modelId="{DAFD4378-5AF9-4706-881D-3492D8923E78}" type="presParOf" srcId="{15E172EE-C755-48AF-879A-44DD238DCC61}" destId="{A9EDC19F-BD23-4624-ADB1-D4BC896CC9DA}" srcOrd="11" destOrd="0" presId="urn:microsoft.com/office/officeart/2011/layout/TabList"/>
    <dgm:cxn modelId="{A7323210-C1D9-471A-9F0B-961495CE2656}" type="presParOf" srcId="{15E172EE-C755-48AF-879A-44DD238DCC61}" destId="{7D165639-3287-4C3A-8490-7EB53B90C57A}" srcOrd="12" destOrd="0" presId="urn:microsoft.com/office/officeart/2011/layout/TabList"/>
    <dgm:cxn modelId="{8580887F-61BB-4A91-AA91-98C2083F41E6}" type="presParOf" srcId="{7D165639-3287-4C3A-8490-7EB53B90C57A}" destId="{7B6613D1-ADF8-46E1-A716-095AE62CB894}" srcOrd="0" destOrd="0" presId="urn:microsoft.com/office/officeart/2011/layout/TabList"/>
    <dgm:cxn modelId="{F60E663A-F648-45DA-B763-18A5DEA798EC}" type="presParOf" srcId="{7D165639-3287-4C3A-8490-7EB53B90C57A}" destId="{503205FD-451C-4E6C-AEA6-541694D0A641}" srcOrd="1" destOrd="0" presId="urn:microsoft.com/office/officeart/2011/layout/TabList"/>
    <dgm:cxn modelId="{90317D36-394A-4C81-87F7-F290DEC3BB97}" type="presParOf" srcId="{7D165639-3287-4C3A-8490-7EB53B90C57A}" destId="{1CE90D6C-D0C3-4926-83C6-14901C409CDB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BAAFC-8357-4B4E-A697-280BDA20875A}">
      <dsp:nvSpPr>
        <dsp:cNvPr id="0" name=""/>
        <dsp:cNvSpPr/>
      </dsp:nvSpPr>
      <dsp:spPr>
        <a:xfrm>
          <a:off x="0" y="8113"/>
          <a:ext cx="10890928" cy="503685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3081E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Alpha Emission (</a:t>
          </a:r>
          <a14:m xmlns:a14="http://schemas.microsoft.com/office/drawing/2010/main">
            <m:oMath xmlns:m="http://schemas.openxmlformats.org/officeDocument/2006/math">
              <m:r>
                <a:rPr lang="en-US" sz="2100" i="1" kern="1200">
                  <a:latin typeface="Cambria Math" panose="02040503050406030204" pitchFamily="18" charset="0"/>
                </a:rPr>
                <m:t>𝛼</m:t>
              </m:r>
              <m:r>
                <a:rPr lang="en-US" sz="2100" b="0" i="1" kern="1200">
                  <a:latin typeface="Cambria Math" panose="02040503050406030204" pitchFamily="18" charset="0"/>
                </a:rPr>
                <m:t>, </m:t>
              </m:r>
              <m:sPre>
                <m:sPrePr>
                  <m:ctrlPr>
                    <a:rPr lang="en-US" sz="2100" b="0" i="1" kern="1200">
                      <a:latin typeface="Cambria Math" panose="02040503050406030204" pitchFamily="18" charset="0"/>
                    </a:rPr>
                  </m:ctrlPr>
                </m:sPrePr>
                <m:sub>
                  <m:r>
                    <a:rPr lang="en-US" sz="2100" b="0" i="1" kern="1200">
                      <a:latin typeface="Cambria Math" panose="02040503050406030204" pitchFamily="18" charset="0"/>
                    </a:rPr>
                    <m:t>2</m:t>
                  </m:r>
                </m:sub>
                <m:sup>
                  <m:r>
                    <a:rPr lang="en-US" sz="2100" b="0" i="1" kern="1200">
                      <a:latin typeface="Cambria Math" panose="02040503050406030204" pitchFamily="18" charset="0"/>
                    </a:rPr>
                    <m:t>4</m:t>
                  </m:r>
                </m:sup>
                <m:e>
                  <m:r>
                    <m:rPr>
                      <m:nor/>
                    </m:rPr>
                    <a:rPr lang="en-US" sz="2100" b="0" i="0" kern="1200"/>
                    <m:t>He</m:t>
                  </m:r>
                </m:e>
              </m:sPre>
            </m:oMath>
          </a14:m>
          <a:r>
            <a:rPr lang="en-US" sz="2100" kern="1200" dirty="0"/>
            <a:t>)</a:t>
          </a:r>
        </a:p>
      </dsp:txBody>
      <dsp:txXfrm>
        <a:off x="24588" y="32701"/>
        <a:ext cx="10841752" cy="454509"/>
      </dsp:txXfrm>
    </dsp:sp>
    <dsp:sp modelId="{AB2DED34-A621-4637-8ADB-D7B6BDDF24CD}">
      <dsp:nvSpPr>
        <dsp:cNvPr id="0" name=""/>
        <dsp:cNvSpPr/>
      </dsp:nvSpPr>
      <dsp:spPr>
        <a:xfrm>
          <a:off x="0" y="511798"/>
          <a:ext cx="10890928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78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Massive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Charged (+2)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Low penetration</a:t>
          </a:r>
        </a:p>
      </dsp:txBody>
      <dsp:txXfrm>
        <a:off x="0" y="511798"/>
        <a:ext cx="10890928" cy="825930"/>
      </dsp:txXfrm>
    </dsp:sp>
    <dsp:sp modelId="{A01846CB-E97E-4C58-87CA-AE02ED60EFCC}">
      <dsp:nvSpPr>
        <dsp:cNvPr id="0" name=""/>
        <dsp:cNvSpPr/>
      </dsp:nvSpPr>
      <dsp:spPr>
        <a:xfrm>
          <a:off x="0" y="1337728"/>
          <a:ext cx="10890928" cy="503685"/>
        </a:xfrm>
        <a:prstGeom prst="roundRect">
          <a:avLst/>
        </a:prstGeom>
        <a:solidFill>
          <a:srgbClr val="5E9DF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Beta Emission (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21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2100" i="1" kern="1200">
                      <a:latin typeface="Cambria Math" panose="02040503050406030204" pitchFamily="18" charset="0"/>
                    </a:rPr>
                    <m:t>𝛽</m:t>
                  </m:r>
                </m:e>
                <m:sup>
                  <m:r>
                    <a:rPr lang="en-US" sz="2100" b="0" i="1" kern="1200">
                      <a:latin typeface="Cambria Math" panose="02040503050406030204" pitchFamily="18" charset="0"/>
                    </a:rPr>
                    <m:t>−</m:t>
                  </m:r>
                </m:sup>
              </m:sSup>
              <m:r>
                <a:rPr lang="en-US" sz="2100" b="0" i="1" kern="1200">
                  <a:latin typeface="Cambria Math" panose="02040503050406030204" pitchFamily="18" charset="0"/>
                </a:rPr>
                <m:t>, </m:t>
              </m:r>
              <m:sSup>
                <m:sSupPr>
                  <m:ctrlPr>
                    <a:rPr lang="en-US" sz="2100" b="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2100" b="0" i="1" kern="1200">
                      <a:latin typeface="Cambria Math" panose="02040503050406030204" pitchFamily="18" charset="0"/>
                    </a:rPr>
                    <m:t>𝛽</m:t>
                  </m:r>
                </m:e>
                <m:sup>
                  <m:r>
                    <a:rPr lang="en-US" sz="2100" b="0" i="1" kern="1200">
                      <a:latin typeface="Cambria Math" panose="02040503050406030204" pitchFamily="18" charset="0"/>
                    </a:rPr>
                    <m:t>+</m:t>
                  </m:r>
                </m:sup>
              </m:sSup>
            </m:oMath>
          </a14:m>
          <a:r>
            <a:rPr lang="en-US" sz="2100" kern="1200"/>
            <a:t>)</a:t>
          </a:r>
        </a:p>
      </dsp:txBody>
      <dsp:txXfrm>
        <a:off x="24588" y="1362316"/>
        <a:ext cx="10841752" cy="454509"/>
      </dsp:txXfrm>
    </dsp:sp>
    <dsp:sp modelId="{1C6CBFF2-E6F7-4970-9DAA-C0E7E14D45D3}">
      <dsp:nvSpPr>
        <dsp:cNvPr id="0" name=""/>
        <dsp:cNvSpPr/>
      </dsp:nvSpPr>
      <dsp:spPr>
        <a:xfrm>
          <a:off x="0" y="1841413"/>
          <a:ext cx="10890928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78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Low weight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Charged (</a:t>
          </a:r>
          <a14:m xmlns:a14="http://schemas.microsoft.com/office/drawing/2010/main">
            <m:oMath xmlns:m="http://schemas.openxmlformats.org/officeDocument/2006/math">
              <m:r>
                <a:rPr lang="en-US" sz="1600" i="1" kern="1200">
                  <a:latin typeface="Cambria Math" panose="02040503050406030204" pitchFamily="18" charset="0"/>
                </a:rPr>
                <m:t>±</m:t>
              </m:r>
              <m:r>
                <a:rPr lang="en-US" sz="1600" b="0" i="1" kern="1200">
                  <a:latin typeface="Cambria Math" panose="02040503050406030204" pitchFamily="18" charset="0"/>
                </a:rPr>
                <m:t>1</m:t>
              </m:r>
            </m:oMath>
          </a14:m>
          <a:r>
            <a:rPr lang="en-US" sz="1600" kern="1200"/>
            <a:t>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Medium penetration (very energy dependent)</a:t>
          </a:r>
        </a:p>
      </dsp:txBody>
      <dsp:txXfrm>
        <a:off x="0" y="1841413"/>
        <a:ext cx="10890928" cy="825930"/>
      </dsp:txXfrm>
    </dsp:sp>
    <dsp:sp modelId="{433D7BB2-F13D-41F2-AB5D-E27C1BD4C662}">
      <dsp:nvSpPr>
        <dsp:cNvPr id="0" name=""/>
        <dsp:cNvSpPr/>
      </dsp:nvSpPr>
      <dsp:spPr>
        <a:xfrm>
          <a:off x="0" y="2667343"/>
          <a:ext cx="10890928" cy="503685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rgbClr val="8CB9F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Gamma Emission (</a:t>
          </a:r>
          <a14:m xmlns:a14="http://schemas.microsoft.com/office/drawing/2010/main">
            <m:oMath xmlns:m="http://schemas.openxmlformats.org/officeDocument/2006/math">
              <m:r>
                <a:rPr lang="en-US" sz="2100" i="1" kern="1200">
                  <a:latin typeface="Cambria Math" panose="02040503050406030204" pitchFamily="18" charset="0"/>
                </a:rPr>
                <m:t>𝛾</m:t>
              </m:r>
            </m:oMath>
          </a14:m>
          <a:r>
            <a:rPr lang="en-US" sz="2100" kern="1200"/>
            <a:t>)</a:t>
          </a:r>
        </a:p>
      </dsp:txBody>
      <dsp:txXfrm>
        <a:off x="24588" y="2691931"/>
        <a:ext cx="10841752" cy="454509"/>
      </dsp:txXfrm>
    </dsp:sp>
    <dsp:sp modelId="{B805F976-AF5A-4459-B03C-FCB4A490C57D}">
      <dsp:nvSpPr>
        <dsp:cNvPr id="0" name=""/>
        <dsp:cNvSpPr/>
      </dsp:nvSpPr>
      <dsp:spPr>
        <a:xfrm>
          <a:off x="0" y="3171028"/>
          <a:ext cx="10890928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78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Massless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No charge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High Penetration</a:t>
          </a:r>
        </a:p>
      </dsp:txBody>
      <dsp:txXfrm>
        <a:off x="0" y="3171028"/>
        <a:ext cx="10890928" cy="825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90D6C-D0C3-4926-83C6-14901C409CDB}">
      <dsp:nvSpPr>
        <dsp:cNvPr id="0" name=""/>
        <dsp:cNvSpPr/>
      </dsp:nvSpPr>
      <dsp:spPr>
        <a:xfrm>
          <a:off x="0" y="4003340"/>
          <a:ext cx="10890928" cy="0"/>
        </a:xfrm>
        <a:prstGeom prst="line">
          <a:avLst/>
        </a:pr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1FE6AC-945A-4F34-82BC-95B012114D35}">
      <dsp:nvSpPr>
        <dsp:cNvPr id="0" name=""/>
        <dsp:cNvSpPr/>
      </dsp:nvSpPr>
      <dsp:spPr>
        <a:xfrm>
          <a:off x="0" y="3427766"/>
          <a:ext cx="10890928" cy="0"/>
        </a:xfrm>
        <a:prstGeom prst="line">
          <a:avLst/>
        </a:prstGeom>
        <a:noFill/>
        <a:ln w="12700" cap="flat" cmpd="sng" algn="ctr">
          <a:solidFill>
            <a:srgbClr val="8CB9F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716791-A914-42B2-A1D6-8602346EA3DC}">
      <dsp:nvSpPr>
        <dsp:cNvPr id="0" name=""/>
        <dsp:cNvSpPr/>
      </dsp:nvSpPr>
      <dsp:spPr>
        <a:xfrm>
          <a:off x="0" y="2852192"/>
          <a:ext cx="10890928" cy="0"/>
        </a:xfrm>
        <a:prstGeom prst="line">
          <a:avLst/>
        </a:prstGeom>
        <a:noFill/>
        <a:ln w="12700" cap="flat" cmpd="sng" algn="ctr">
          <a:solidFill>
            <a:srgbClr val="5E9D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696965-AE74-4FFE-8F11-D3AD9AF89B56}">
      <dsp:nvSpPr>
        <dsp:cNvPr id="0" name=""/>
        <dsp:cNvSpPr/>
      </dsp:nvSpPr>
      <dsp:spPr>
        <a:xfrm>
          <a:off x="0" y="2276618"/>
          <a:ext cx="10890928" cy="0"/>
        </a:xfrm>
        <a:prstGeom prst="line">
          <a:avLst/>
        </a:prstGeom>
        <a:noFill/>
        <a:ln w="12700" cap="flat" cmpd="sng" algn="ctr">
          <a:solidFill>
            <a:srgbClr val="5E9D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F4C462-5C93-4FBB-84D3-7EAA65B15237}">
      <dsp:nvSpPr>
        <dsp:cNvPr id="0" name=""/>
        <dsp:cNvSpPr/>
      </dsp:nvSpPr>
      <dsp:spPr>
        <a:xfrm>
          <a:off x="0" y="1701044"/>
          <a:ext cx="10890928" cy="0"/>
        </a:xfrm>
        <a:prstGeom prst="line">
          <a:avLst/>
        </a:prstGeom>
        <a:noFill/>
        <a:ln w="12700" cap="flat" cmpd="sng" algn="ctr">
          <a:solidFill>
            <a:srgbClr val="3081E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8A5591-BE6C-4BDD-8043-11400C4B038C}">
      <dsp:nvSpPr>
        <dsp:cNvPr id="0" name=""/>
        <dsp:cNvSpPr/>
      </dsp:nvSpPr>
      <dsp:spPr>
        <a:xfrm>
          <a:off x="0" y="1125471"/>
          <a:ext cx="10890928" cy="0"/>
        </a:xfrm>
        <a:prstGeom prst="line">
          <a:avLst/>
        </a:pr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69B99E-B62D-4A48-86E1-E5182649CCB7}">
      <dsp:nvSpPr>
        <dsp:cNvPr id="0" name=""/>
        <dsp:cNvSpPr/>
      </dsp:nvSpPr>
      <dsp:spPr>
        <a:xfrm>
          <a:off x="0" y="549897"/>
          <a:ext cx="10890928" cy="0"/>
        </a:xfrm>
        <a:prstGeom prst="line">
          <a:avLst/>
        </a:pr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234C3-2153-4925-BE01-E24CA6EAC012}">
      <dsp:nvSpPr>
        <dsp:cNvPr id="0" name=""/>
        <dsp:cNvSpPr/>
      </dsp:nvSpPr>
      <dsp:spPr>
        <a:xfrm>
          <a:off x="2831641" y="1731"/>
          <a:ext cx="8059286" cy="548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One heavy nuclide </a:t>
          </a:r>
          <a:r>
            <a:rPr lang="en-US" sz="1600" kern="1200" dirty="0">
              <a:sym typeface="Wingdings" panose="05000000000000000000" pitchFamily="2" charset="2"/>
            </a:rPr>
            <a:t> 2 or more fission products + energy Q</a:t>
          </a:r>
          <a:endParaRPr lang="en-US" sz="1600" kern="1200" dirty="0"/>
        </a:p>
      </dsp:txBody>
      <dsp:txXfrm>
        <a:off x="2831641" y="1731"/>
        <a:ext cx="8059286" cy="548165"/>
      </dsp:txXfrm>
    </dsp:sp>
    <dsp:sp modelId="{481D390D-8D52-4285-97B8-F989054C0188}">
      <dsp:nvSpPr>
        <dsp:cNvPr id="0" name=""/>
        <dsp:cNvSpPr/>
      </dsp:nvSpPr>
      <dsp:spPr>
        <a:xfrm>
          <a:off x="0" y="1731"/>
          <a:ext cx="2831641" cy="548165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Fission</a:t>
          </a:r>
        </a:p>
      </dsp:txBody>
      <dsp:txXfrm>
        <a:off x="26764" y="28495"/>
        <a:ext cx="2778113" cy="521401"/>
      </dsp:txXfrm>
    </dsp:sp>
    <dsp:sp modelId="{9BD1B0FF-AA65-4323-AB60-63C9F4E49392}">
      <dsp:nvSpPr>
        <dsp:cNvPr id="0" name=""/>
        <dsp:cNvSpPr/>
      </dsp:nvSpPr>
      <dsp:spPr>
        <a:xfrm>
          <a:off x="2831641" y="577305"/>
          <a:ext cx="8059286" cy="548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Two light nuclei </a:t>
          </a:r>
          <a:r>
            <a:rPr lang="en-US" sz="1600" kern="1200" dirty="0">
              <a:sym typeface="Wingdings" panose="05000000000000000000" pitchFamily="2" charset="2"/>
            </a:rPr>
            <a:t> 1 heavier nuclide + energy Q </a:t>
          </a:r>
          <a:endParaRPr lang="en-US" sz="1600" kern="1200" dirty="0"/>
        </a:p>
      </dsp:txBody>
      <dsp:txXfrm>
        <a:off x="2831641" y="577305"/>
        <a:ext cx="8059286" cy="548165"/>
      </dsp:txXfrm>
    </dsp:sp>
    <dsp:sp modelId="{F37B61E3-5124-42E6-836D-10BB70638E0E}">
      <dsp:nvSpPr>
        <dsp:cNvPr id="0" name=""/>
        <dsp:cNvSpPr/>
      </dsp:nvSpPr>
      <dsp:spPr>
        <a:xfrm>
          <a:off x="0" y="577305"/>
          <a:ext cx="2831641" cy="548165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Fusion</a:t>
          </a:r>
        </a:p>
      </dsp:txBody>
      <dsp:txXfrm>
        <a:off x="26764" y="604069"/>
        <a:ext cx="2778113" cy="521401"/>
      </dsp:txXfrm>
    </dsp:sp>
    <dsp:sp modelId="{F0D63F2D-5497-4855-9B07-D16B3B9039E4}">
      <dsp:nvSpPr>
        <dsp:cNvPr id="0" name=""/>
        <dsp:cNvSpPr/>
      </dsp:nvSpPr>
      <dsp:spPr>
        <a:xfrm>
          <a:off x="2831641" y="1152879"/>
          <a:ext cx="8059286" cy="548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Emission of helium with energy ~ 8-10 MeV, externally safe, heavy and neutron rich</a:t>
          </a:r>
        </a:p>
      </dsp:txBody>
      <dsp:txXfrm>
        <a:off x="2831641" y="1152879"/>
        <a:ext cx="8059286" cy="548165"/>
      </dsp:txXfrm>
    </dsp:sp>
    <dsp:sp modelId="{1FE4EAC9-3334-489D-B18A-08312E2C89CB}">
      <dsp:nvSpPr>
        <dsp:cNvPr id="0" name=""/>
        <dsp:cNvSpPr/>
      </dsp:nvSpPr>
      <dsp:spPr>
        <a:xfrm>
          <a:off x="0" y="1152879"/>
          <a:ext cx="2831641" cy="548165"/>
        </a:xfrm>
        <a:prstGeom prst="round2SameRect">
          <a:avLst>
            <a:gd name="adj1" fmla="val 16670"/>
            <a:gd name="adj2" fmla="val 0"/>
          </a:avLst>
        </a:prstGeom>
        <a:solidFill>
          <a:srgbClr val="3081ED"/>
        </a:solidFill>
        <a:ln w="12700" cap="flat" cmpd="sng" algn="ctr">
          <a:solidFill>
            <a:srgbClr val="3081E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Alpha Emission</a:t>
          </a:r>
        </a:p>
      </dsp:txBody>
      <dsp:txXfrm>
        <a:off x="26764" y="1179643"/>
        <a:ext cx="2778113" cy="521401"/>
      </dsp:txXfrm>
    </dsp:sp>
    <dsp:sp modelId="{86D45B81-A7C8-4D67-B229-4A047BE68D4F}">
      <dsp:nvSpPr>
        <dsp:cNvPr id="0" name=""/>
        <dsp:cNvSpPr/>
      </dsp:nvSpPr>
      <dsp:spPr>
        <a:xfrm>
          <a:off x="2831641" y="1728453"/>
          <a:ext cx="8059286" cy="548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Emission of electron or positron, spectrum of energies, light and proton rich/deficit</a:t>
          </a:r>
        </a:p>
      </dsp:txBody>
      <dsp:txXfrm>
        <a:off x="2831641" y="1728453"/>
        <a:ext cx="8059286" cy="548165"/>
      </dsp:txXfrm>
    </dsp:sp>
    <dsp:sp modelId="{2C17C43D-1A98-4612-9A05-C5C3E1A311C6}">
      <dsp:nvSpPr>
        <dsp:cNvPr id="0" name=""/>
        <dsp:cNvSpPr/>
      </dsp:nvSpPr>
      <dsp:spPr>
        <a:xfrm>
          <a:off x="0" y="1728453"/>
          <a:ext cx="2831641" cy="548165"/>
        </a:xfrm>
        <a:prstGeom prst="round2SameRect">
          <a:avLst>
            <a:gd name="adj1" fmla="val 16670"/>
            <a:gd name="adj2" fmla="val 0"/>
          </a:avLst>
        </a:prstGeom>
        <a:solidFill>
          <a:srgbClr val="5E9DF1"/>
        </a:solidFill>
        <a:ln w="12700" cap="flat" cmpd="sng" algn="ctr">
          <a:solidFill>
            <a:srgbClr val="5E9D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Beta Emission</a:t>
          </a:r>
        </a:p>
      </dsp:txBody>
      <dsp:txXfrm>
        <a:off x="26764" y="1755217"/>
        <a:ext cx="2778113" cy="521401"/>
      </dsp:txXfrm>
    </dsp:sp>
    <dsp:sp modelId="{8AFF3944-96AB-4280-A805-D09213EB3584}">
      <dsp:nvSpPr>
        <dsp:cNvPr id="0" name=""/>
        <dsp:cNvSpPr/>
      </dsp:nvSpPr>
      <dsp:spPr>
        <a:xfrm>
          <a:off x="2831641" y="2304027"/>
          <a:ext cx="8059286" cy="548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Attempted gamma emission </a:t>
          </a:r>
          <a:r>
            <a:rPr lang="en-US" sz="1600" kern="1200" dirty="0">
              <a:sym typeface="Wingdings" panose="05000000000000000000" pitchFamily="2" charset="2"/>
            </a:rPr>
            <a:t> electron emission, set energy</a:t>
          </a:r>
          <a:endParaRPr lang="en-US" sz="1600" kern="1200" dirty="0"/>
        </a:p>
      </dsp:txBody>
      <dsp:txXfrm>
        <a:off x="2831641" y="2304027"/>
        <a:ext cx="8059286" cy="548165"/>
      </dsp:txXfrm>
    </dsp:sp>
    <dsp:sp modelId="{866339C1-7613-4968-9DD9-B50D088E428A}">
      <dsp:nvSpPr>
        <dsp:cNvPr id="0" name=""/>
        <dsp:cNvSpPr/>
      </dsp:nvSpPr>
      <dsp:spPr>
        <a:xfrm>
          <a:off x="0" y="2304027"/>
          <a:ext cx="2831641" cy="548165"/>
        </a:xfrm>
        <a:prstGeom prst="round2SameRect">
          <a:avLst>
            <a:gd name="adj1" fmla="val 16670"/>
            <a:gd name="adj2" fmla="val 0"/>
          </a:avLst>
        </a:prstGeom>
        <a:solidFill>
          <a:srgbClr val="5E9DF1"/>
        </a:solidFill>
        <a:ln w="12700" cap="flat" cmpd="sng" algn="ctr">
          <a:solidFill>
            <a:srgbClr val="5E9D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Internal Conversion</a:t>
          </a:r>
        </a:p>
      </dsp:txBody>
      <dsp:txXfrm>
        <a:off x="26764" y="2330791"/>
        <a:ext cx="2778113" cy="521401"/>
      </dsp:txXfrm>
    </dsp:sp>
    <dsp:sp modelId="{A1BA7765-40D6-4A21-BFBB-188B2C8A3138}">
      <dsp:nvSpPr>
        <dsp:cNvPr id="0" name=""/>
        <dsp:cNvSpPr/>
      </dsp:nvSpPr>
      <dsp:spPr>
        <a:xfrm>
          <a:off x="2831641" y="2879600"/>
          <a:ext cx="8059286" cy="548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Emission of photon </a:t>
          </a:r>
        </a:p>
      </dsp:txBody>
      <dsp:txXfrm>
        <a:off x="2831641" y="2879600"/>
        <a:ext cx="8059286" cy="548165"/>
      </dsp:txXfrm>
    </dsp:sp>
    <dsp:sp modelId="{917E6253-69FA-41D9-A983-75F0F201CE6D}">
      <dsp:nvSpPr>
        <dsp:cNvPr id="0" name=""/>
        <dsp:cNvSpPr/>
      </dsp:nvSpPr>
      <dsp:spPr>
        <a:xfrm>
          <a:off x="0" y="2879600"/>
          <a:ext cx="2831641" cy="548165"/>
        </a:xfrm>
        <a:prstGeom prst="round2SameRect">
          <a:avLst>
            <a:gd name="adj1" fmla="val 16670"/>
            <a:gd name="adj2" fmla="val 0"/>
          </a:avLst>
        </a:prstGeom>
        <a:solidFill>
          <a:srgbClr val="8CB9F5"/>
        </a:solidFill>
        <a:ln w="12700" cap="flat" cmpd="sng" algn="ctr">
          <a:solidFill>
            <a:srgbClr val="8CB9F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Excited State Gamma/Isomeric Transition</a:t>
          </a:r>
        </a:p>
      </dsp:txBody>
      <dsp:txXfrm>
        <a:off x="26764" y="2906364"/>
        <a:ext cx="2778113" cy="521401"/>
      </dsp:txXfrm>
    </dsp:sp>
    <dsp:sp modelId="{7B6613D1-ADF8-46E1-A716-095AE62CB894}">
      <dsp:nvSpPr>
        <dsp:cNvPr id="0" name=""/>
        <dsp:cNvSpPr/>
      </dsp:nvSpPr>
      <dsp:spPr>
        <a:xfrm>
          <a:off x="2831641" y="3455174"/>
          <a:ext cx="8059286" cy="548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K-shell electron consumed by nucleus and proton, competitive with positron, vacancy</a:t>
          </a:r>
        </a:p>
      </dsp:txBody>
      <dsp:txXfrm>
        <a:off x="2831641" y="3455174"/>
        <a:ext cx="8059286" cy="548165"/>
      </dsp:txXfrm>
    </dsp:sp>
    <dsp:sp modelId="{503205FD-451C-4E6C-AEA6-541694D0A641}">
      <dsp:nvSpPr>
        <dsp:cNvPr id="0" name=""/>
        <dsp:cNvSpPr/>
      </dsp:nvSpPr>
      <dsp:spPr>
        <a:xfrm>
          <a:off x="0" y="3455174"/>
          <a:ext cx="2831641" cy="548165"/>
        </a:xfrm>
        <a:prstGeom prst="round2SameRect">
          <a:avLst>
            <a:gd name="adj1" fmla="val 16670"/>
            <a:gd name="adj2" fmla="val 0"/>
          </a:avLst>
        </a:prstGeom>
        <a:solidFill>
          <a:srgbClr val="8CB9F5"/>
        </a:solidFill>
        <a:ln w="12700" cap="flat" cmpd="sng" algn="ctr">
          <a:solidFill>
            <a:srgbClr val="8CB9F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Electron Capture</a:t>
          </a:r>
        </a:p>
      </dsp:txBody>
      <dsp:txXfrm>
        <a:off x="26764" y="3481938"/>
        <a:ext cx="2778113" cy="521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8:24:24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24575,'5'1'0,"-1"-1"0,1 1 0,-1 1 0,1-1 0,-1 0 0,6 4 0,6 1 0,6 2 0,-1 0 0,1 2 0,-2 0 0,1 1 0,25 19 0,-18-11 0,-20-15 0,-1 1 0,0 1 0,0-1 0,8 8 0,-7-5 0,1-1 0,0 0 0,0-1 0,0 0 0,1-1 0,11 6 0,23 13 0,120 84 0,-149-99 0,0-1 0,0 0 0,0-1 0,18 6 0,35 15 0,75 54 0,-133-77 0,0-1 0,0 0 0,20 4 0,-19-6 0,-1 1 0,0 0 0,0 1 0,15 7 0,15 13 0,17 10 0,100 44 0,-121-63 0,-2 1 0,40 25 0,10 7 0,-73-42 0,0 1 0,0-2 0,1 0 0,0 0 0,13 3 0,-11-4 0,-1 1 0,1 0 0,21 12 0,53 33 0,126 52 0,-67-25 0,-80-49 0,-35-16 0,0 2 0,57 35 0,-67-35 0,0-1 0,1-1 0,38 14 0,73 16 0,6 3 0,-59-6 0,1 1 0,18-9 0,-19-7 0,-58-14 0,37 19 0,-11-3 0,-5-6 0,133 55 0,-159-68 17,0 1 0,0 0 1,-1 2-1,-1 0 0,1 1 0,23 20 0,1 7-760,38 42 1,-62-60-6084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8:24:2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3798 0 24575,'-23'2'0,"0"1"0,0 1 0,0 1 0,1 1 0,0 1 0,-24 12 0,-10 1 0,-51 13 0,39-13 0,-84 38 0,-181 86 0,262-115 0,-71 42 0,62-29 0,28-20 0,-13 5 0,-174 114 0,-6 2 0,185-109 0,24-13 0,-53 22 0,33-28 0,46-13 0,0 0 0,0 1 0,0 0 0,1 0 0,-1 1 0,-9 6 0,-201 130 0,149-98 0,-354 199 0,31-32 0,389-206 0,-88 58 0,22-14 0,-56 43 0,65-43 0,28-25 0,-37 18 0,26-15 0,40-22-114,-1 1 1,1-1-1,0 1 0,0 0 0,0 1 1,1-1-1,0 1 0,0 0 0,0 0 1,0 0-1,-4 8 0,-2 6-6712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8:24:44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23608,'5848'0'0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8:24:49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24575,'35'-1'0,"45"-9"0,-1 0 0,437 2 0,-313 10 0,1483-2 0,-1630-3 0,1-2 0,58-14 0,-57 9 0,104-7 0,-44 17 0,173-9 0,500-9 0,-545 20 0,573-2 0,-797 0 0,-1 1 0,1 1 0,0 0 0,-1 2 0,1 1 0,-1 0 0,26 12 0,183 60 0,-131-55 34,-57-13-1433,-10-2-5427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8:24:57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1 161 24575,'6'0'0,"1"-1"0,-1 0 0,0-1 0,0 1 0,11-5 0,16-4 0,16 5 0,0 1 0,82 5 0,-43 1 0,12 0 0,117-4 0,-84-22 0,-25 6 0,-58 9 0,96-28 0,-112 26 0,1 1 0,1 2 0,-1 1 0,50-2 0,527 9 0,-269 1 0,-207-2 0,149 3 0,-278-2 0,0 1 0,0-1 0,0 2 0,-1-1 0,1 0 0,0 1 0,-1 1 0,1-1 0,-1 1 0,1 0 0,-1 0 0,0 1 0,-1 0 0,1 0 0,-1 0 0,10 10 0,-10-9 0,1 1 0,0-1 0,0-1 0,0 1 0,0-1 0,1 0 0,0 0 0,0-1 0,0 0 0,0 0 0,0-1 0,0 0 0,1 0 0,9 0 0,11 1 0,1-1 0,42-3 0,-32 0 0,467-3 0,-480 6 0,-1 0 0,34 8 0,-31-4 0,46 2 0,-6-6 0,0-4 0,108-15 0,-105 9 0,1 3 0,106 5 0,-63 2 0,2629-2-1365,-2721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8:25:00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24575,'957'0'0,"-915"-2"0,53-9 0,31-2 0,396 12 0,-250 2 0,420-1 0,-527-12 0,-37 0 0,452 8 0,-326 5 0,-237-1 0,151-3 0,-129 0 0,-1-2 0,52-13 0,59-9 0,-19 4 0,-42 2 0,108-22 0,-149 36 0,0 1 0,59 1 0,-22 6-1365,-62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9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1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67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2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3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86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7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1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0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87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97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Petri dishe comparison">
            <a:extLst>
              <a:ext uri="{FF2B5EF4-FFF2-40B4-BE49-F238E27FC236}">
                <a16:creationId xmlns:a16="http://schemas.microsoft.com/office/drawing/2014/main" id="{C07A6C70-9A32-44A3-3E3A-B7154F67B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3325C-CBDD-2C20-A558-C5D73F38B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451" y="1352491"/>
            <a:ext cx="4665540" cy="227244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Modes of Radioactive Decay II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FA12759F-B03C-F9BE-7E72-58F9817EB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454" y="2662356"/>
            <a:ext cx="4665546" cy="30579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RTT4220 – </a:t>
            </a:r>
            <a:r>
              <a:rPr lang="en-US"/>
              <a:t>Lecture #4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Kedree Proffitt</a:t>
            </a:r>
          </a:p>
          <a:p>
            <a:pPr>
              <a:lnSpc>
                <a:spcPct val="120000"/>
              </a:lnSpc>
            </a:pPr>
            <a:r>
              <a:rPr lang="en-US" dirty="0"/>
              <a:t>WSU</a:t>
            </a:r>
          </a:p>
          <a:p>
            <a:pPr>
              <a:lnSpc>
                <a:spcPct val="120000"/>
              </a:lnSpc>
            </a:pPr>
            <a:r>
              <a:rPr lang="en-US" dirty="0"/>
              <a:t>09/02/2025</a:t>
            </a:r>
          </a:p>
        </p:txBody>
      </p:sp>
    </p:spTree>
    <p:extLst>
      <p:ext uri="{BB962C8B-B14F-4D97-AF65-F5344CB8AC3E}">
        <p14:creationId xmlns:p14="http://schemas.microsoft.com/office/powerpoint/2010/main" val="397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D215-F431-5835-E472-65049634D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Last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4B6FD-CCDB-9CF8-A62A-55FA9BA6A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Gotta </a:t>
            </a:r>
            <a:r>
              <a:rPr lang="en-US" dirty="0" err="1"/>
              <a:t>gotta</a:t>
            </a:r>
            <a:r>
              <a:rPr lang="en-US" dirty="0"/>
              <a:t> get it</a:t>
            </a:r>
          </a:p>
        </p:txBody>
      </p:sp>
    </p:spTree>
    <p:extLst>
      <p:ext uri="{BB962C8B-B14F-4D97-AF65-F5344CB8AC3E}">
        <p14:creationId xmlns:p14="http://schemas.microsoft.com/office/powerpoint/2010/main" val="328741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F8F2-6D53-46A9-1341-4690DEEB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Radiation (by particle type)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F73F179-494E-0540-121F-497DD157E28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66798468"/>
                  </p:ext>
                </p:extLst>
              </p:nvPr>
            </p:nvGraphicFramePr>
            <p:xfrm>
              <a:off x="640080" y="2194560"/>
              <a:ext cx="10890928" cy="400507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F73F179-494E-0540-121F-497DD157E28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66798468"/>
                  </p:ext>
                </p:extLst>
              </p:nvPr>
            </p:nvGraphicFramePr>
            <p:xfrm>
              <a:off x="640080" y="2194560"/>
              <a:ext cx="10890928" cy="400507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FBF05FB-E48F-569C-5FA9-3DAE8A4A5388}"/>
              </a:ext>
            </a:extLst>
          </p:cNvPr>
          <p:cNvSpPr/>
          <p:nvPr/>
        </p:nvSpPr>
        <p:spPr>
          <a:xfrm>
            <a:off x="640078" y="3524251"/>
            <a:ext cx="10999471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0912B8-0423-8D16-2C80-15E277AD4BB6}"/>
              </a:ext>
            </a:extLst>
          </p:cNvPr>
          <p:cNvSpPr/>
          <p:nvPr/>
        </p:nvSpPr>
        <p:spPr>
          <a:xfrm>
            <a:off x="640077" y="4819650"/>
            <a:ext cx="10999471" cy="1379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8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6EFFB-AAD9-5FB4-FCF4-B486679B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Radiation (by mode)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CD0A833-BBCD-FC94-EF9B-A0BCA8486F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666129"/>
              </p:ext>
            </p:extLst>
          </p:nvPr>
        </p:nvGraphicFramePr>
        <p:xfrm>
          <a:off x="640080" y="2194560"/>
          <a:ext cx="10890928" cy="4005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D297D79-0918-B8F9-6526-DF605DC159ED}"/>
              </a:ext>
            </a:extLst>
          </p:cNvPr>
          <p:cNvSpPr/>
          <p:nvPr/>
        </p:nvSpPr>
        <p:spPr>
          <a:xfrm>
            <a:off x="640079" y="6199632"/>
            <a:ext cx="10890928" cy="0"/>
          </a:xfrm>
          <a:prstGeom prst="line">
            <a:avLst/>
          </a:prstGeom>
          <a:ln>
            <a:solidFill>
              <a:srgbClr val="8CB9F5"/>
            </a:solidFill>
          </a:ln>
        </p:spPr>
        <p:style>
          <a:lnRef idx="2">
            <a:scrgbClr r="0" g="0" b="0"/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3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F5E1-6CFF-7889-9A9E-B685A5C2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10323576" cy="3159974"/>
          </a:xfrm>
        </p:spPr>
        <p:txBody>
          <a:bodyPr/>
          <a:lstStyle/>
          <a:p>
            <a:r>
              <a:rPr lang="en-US" dirty="0"/>
              <a:t>Radioactive Nuclides in Context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1536E-17C8-4D5C-35E1-00035E3E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Wait, we make it for a reason?</a:t>
            </a:r>
          </a:p>
        </p:txBody>
      </p:sp>
    </p:spTree>
    <p:extLst>
      <p:ext uri="{BB962C8B-B14F-4D97-AF65-F5344CB8AC3E}">
        <p14:creationId xmlns:p14="http://schemas.microsoft.com/office/powerpoint/2010/main" val="245423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A343F-7D14-C804-DC21-517D4A5D8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Methods of Increasing Stability</a:t>
            </a:r>
          </a:p>
        </p:txBody>
      </p:sp>
      <p:pic>
        <p:nvPicPr>
          <p:cNvPr id="7" name="Graphic 6" descr="Radioactive">
            <a:extLst>
              <a:ext uri="{FF2B5EF4-FFF2-40B4-BE49-F238E27FC236}">
                <a16:creationId xmlns:a16="http://schemas.microsoft.com/office/drawing/2014/main" id="{633CFB64-AA3F-9ED7-05A3-DA1877885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1956816"/>
            <a:ext cx="4343400" cy="43434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BE076-76B3-99E8-38F8-385E2DB26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/>
          </a:bodyPr>
          <a:lstStyle/>
          <a:p>
            <a:r>
              <a:rPr lang="en-US" dirty="0"/>
              <a:t>Nuclei tend toward more favorable energy states (least potential energy)</a:t>
            </a:r>
          </a:p>
          <a:p>
            <a:r>
              <a:rPr lang="en-US" dirty="0"/>
              <a:t>Many possible ways that nuclei obtain the above:</a:t>
            </a:r>
          </a:p>
          <a:p>
            <a:pPr lvl="1"/>
            <a:r>
              <a:rPr lang="en-US" dirty="0"/>
              <a:t>Nuclear Fission (heavy elements)</a:t>
            </a:r>
          </a:p>
          <a:p>
            <a:pPr lvl="1"/>
            <a:r>
              <a:rPr lang="en-US" dirty="0"/>
              <a:t>Nuclear Fusion (lighter elements)</a:t>
            </a:r>
          </a:p>
          <a:p>
            <a:pPr lvl="1"/>
            <a:r>
              <a:rPr lang="en-US" dirty="0"/>
              <a:t>Radioactive Decay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18BE66-BDFA-D95B-0195-068B73BA57CF}"/>
              </a:ext>
            </a:extLst>
          </p:cNvPr>
          <p:cNvSpPr/>
          <p:nvPr/>
        </p:nvSpPr>
        <p:spPr>
          <a:xfrm>
            <a:off x="5866301" y="3553905"/>
            <a:ext cx="5841790" cy="1932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9392-4B35-DA2B-25CF-357F3C35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Radioactive Elements Made?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9353-FF19-6AAD-B97F-2108C05FB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Naturally occurring:</a:t>
            </a:r>
          </a:p>
          <a:p>
            <a:pPr lvl="1"/>
            <a:r>
              <a:rPr lang="en-US" dirty="0"/>
              <a:t>Products of nuclear fission from heavy elements made in supernovae</a:t>
            </a:r>
          </a:p>
          <a:p>
            <a:pPr lvl="1"/>
            <a:r>
              <a:rPr lang="en-US" dirty="0"/>
              <a:t>More commonly heavy, long half-lived elements like radium, occasionally lighter elements like carbon-14 due to other events like cosmic rays interacting with nitrogen in the atmosphere</a:t>
            </a:r>
          </a:p>
          <a:p>
            <a:pPr lvl="1"/>
            <a:r>
              <a:rPr lang="en-US" dirty="0"/>
              <a:t>Anything with Z &gt; 82 is radioactive, man-made or natural</a:t>
            </a:r>
          </a:p>
          <a:p>
            <a:r>
              <a:rPr lang="en-US" dirty="0"/>
              <a:t>Man-made:</a:t>
            </a:r>
          </a:p>
          <a:p>
            <a:pPr lvl="1"/>
            <a:r>
              <a:rPr lang="en-US" dirty="0"/>
              <a:t>Created by cyclotrons (proton excess)</a:t>
            </a:r>
          </a:p>
          <a:p>
            <a:pPr lvl="1"/>
            <a:r>
              <a:rPr lang="en-US" dirty="0"/>
              <a:t>Byproduct or created in nuclear reactors (neutron excess)</a:t>
            </a:r>
          </a:p>
          <a:p>
            <a:pPr lvl="1"/>
            <a:r>
              <a:rPr lang="en-US" dirty="0"/>
              <a:t>Common examples: O-15, F-18, Cs-137, Mo-99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9F317-1F32-3BF5-33CE-51AFEBEBA75C}"/>
              </a:ext>
            </a:extLst>
          </p:cNvPr>
          <p:cNvSpPr/>
          <p:nvPr/>
        </p:nvSpPr>
        <p:spPr>
          <a:xfrm>
            <a:off x="531537" y="3122295"/>
            <a:ext cx="10999471" cy="306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7592A5-91D0-A4C7-7B4D-2B75E7B0B0CB}"/>
              </a:ext>
            </a:extLst>
          </p:cNvPr>
          <p:cNvSpPr/>
          <p:nvPr/>
        </p:nvSpPr>
        <p:spPr>
          <a:xfrm>
            <a:off x="596264" y="3492631"/>
            <a:ext cx="10999471" cy="589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654D62-6AE8-94AE-EFE9-4AA9E0848013}"/>
              </a:ext>
            </a:extLst>
          </p:cNvPr>
          <p:cNvSpPr/>
          <p:nvPr/>
        </p:nvSpPr>
        <p:spPr>
          <a:xfrm>
            <a:off x="660992" y="4134806"/>
            <a:ext cx="10999471" cy="306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2AF467-542A-9238-F876-A57F3B89B3E1}"/>
              </a:ext>
            </a:extLst>
          </p:cNvPr>
          <p:cNvSpPr/>
          <p:nvPr/>
        </p:nvSpPr>
        <p:spPr>
          <a:xfrm>
            <a:off x="585807" y="4582853"/>
            <a:ext cx="10999471" cy="306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085A24-2420-0C70-1B6B-5E66BA7617F7}"/>
              </a:ext>
            </a:extLst>
          </p:cNvPr>
          <p:cNvSpPr/>
          <p:nvPr/>
        </p:nvSpPr>
        <p:spPr>
          <a:xfrm>
            <a:off x="552449" y="4941573"/>
            <a:ext cx="10999471" cy="306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0F740A-4719-EF68-9CD0-CDF932153DA1}"/>
              </a:ext>
            </a:extLst>
          </p:cNvPr>
          <p:cNvSpPr/>
          <p:nvPr/>
        </p:nvSpPr>
        <p:spPr>
          <a:xfrm>
            <a:off x="429413" y="5278037"/>
            <a:ext cx="10999471" cy="306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2FABD3-9DE1-1F22-2DA4-E6A6F17B07BB}"/>
              </a:ext>
            </a:extLst>
          </p:cNvPr>
          <p:cNvSpPr/>
          <p:nvPr/>
        </p:nvSpPr>
        <p:spPr>
          <a:xfrm>
            <a:off x="660991" y="5611484"/>
            <a:ext cx="10999471" cy="306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7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553D7-AB8A-480A-E23C-AFE6951C9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Use of Radioactivity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3EF15-FFB1-988B-58AB-DC14D5719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2633236"/>
            <a:ext cx="6857999" cy="4062839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Smoke detectors (Amercium-241)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There are electronic ones too! Research it!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Carbon Dating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Carbon sinks (plants and animals) take in carbon until death,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C-14 has long half-life, can predict when it stopped taking in carbon (DEATH)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Sterilization (Co-60)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Radioactive Tracers (F-18 and more)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Medicinal and Industry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Cancer Treatment!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You should definitely know that already</a:t>
            </a:r>
          </a:p>
        </p:txBody>
      </p:sp>
      <p:pic>
        <p:nvPicPr>
          <p:cNvPr id="5" name="Picture 4" descr="Chemical formulas are written on paper">
            <a:extLst>
              <a:ext uri="{FF2B5EF4-FFF2-40B4-BE49-F238E27FC236}">
                <a16:creationId xmlns:a16="http://schemas.microsoft.com/office/drawing/2014/main" id="{07DFA3A0-2D9A-E93E-7743-2C3EF8FD0C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97" r="3035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E98DB2-C967-F51C-C638-7B83D36658FD}"/>
              </a:ext>
            </a:extLst>
          </p:cNvPr>
          <p:cNvSpPr/>
          <p:nvPr/>
        </p:nvSpPr>
        <p:spPr>
          <a:xfrm>
            <a:off x="177735" y="3429000"/>
            <a:ext cx="6842190" cy="1199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45170A-2F61-FAC8-CCFF-D446397C3645}"/>
              </a:ext>
            </a:extLst>
          </p:cNvPr>
          <p:cNvSpPr/>
          <p:nvPr/>
        </p:nvSpPr>
        <p:spPr>
          <a:xfrm>
            <a:off x="177735" y="4698319"/>
            <a:ext cx="6842190" cy="403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17411-1D62-2226-0559-947B89989C94}"/>
              </a:ext>
            </a:extLst>
          </p:cNvPr>
          <p:cNvSpPr/>
          <p:nvPr/>
        </p:nvSpPr>
        <p:spPr>
          <a:xfrm>
            <a:off x="251745" y="5139622"/>
            <a:ext cx="6842190" cy="6873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82BEA2-F015-2DDD-EB59-9F2AE9D511EF}"/>
              </a:ext>
            </a:extLst>
          </p:cNvPr>
          <p:cNvSpPr/>
          <p:nvPr/>
        </p:nvSpPr>
        <p:spPr>
          <a:xfrm>
            <a:off x="177735" y="5917848"/>
            <a:ext cx="6842190" cy="6873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9" name="Picture 18" descr="Matchsticks dropped on the table">
            <a:extLst>
              <a:ext uri="{FF2B5EF4-FFF2-40B4-BE49-F238E27FC236}">
                <a16:creationId xmlns:a16="http://schemas.microsoft.com/office/drawing/2014/main" id="{424D668E-0566-8D06-4A36-F03FF567D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25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705856"/>
            <a:ext cx="12192001" cy="115214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E02FF-0061-4050-67F8-9F5C1A19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5" y="5863030"/>
            <a:ext cx="7955280" cy="870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Decay Scheme Diagrams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6C121-E7E6-D2D4-131D-983D51AF7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8323" y="5863030"/>
            <a:ext cx="3527062" cy="870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130000"/>
              </a:lnSpc>
            </a:pPr>
            <a:r>
              <a:rPr lang="en-US" sz="1600" b="1" cap="all" spc="300"/>
              <a:t>Stick with me.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0A4642-D29D-0121-4C05-5A5559BC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8323" y="6281928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152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D98C-9A34-EAF5-11D1-93CB4137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Decay Scheme Diagram</a:t>
            </a:r>
          </a:p>
        </p:txBody>
      </p:sp>
      <p:pic>
        <p:nvPicPr>
          <p:cNvPr id="5" name="Content Placeholder 4" descr="A diagram of energy and energy&#10;&#10;AI-generated content may be incorrect.">
            <a:extLst>
              <a:ext uri="{FF2B5EF4-FFF2-40B4-BE49-F238E27FC236}">
                <a16:creationId xmlns:a16="http://schemas.microsoft.com/office/drawing/2014/main" id="{A3711F59-3D02-597C-09FB-05C35D485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26" y="2195595"/>
            <a:ext cx="8998989" cy="4297017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62FC087-CD10-D19F-47F9-DFB73AB192E3}"/>
              </a:ext>
            </a:extLst>
          </p:cNvPr>
          <p:cNvGrpSpPr/>
          <p:nvPr/>
        </p:nvGrpSpPr>
        <p:grpSpPr>
          <a:xfrm>
            <a:off x="7636530" y="3203811"/>
            <a:ext cx="1533960" cy="723960"/>
            <a:chOff x="7448520" y="3438240"/>
            <a:chExt cx="1533960" cy="72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7575E8-8084-5839-D9D0-A6B7A86C505F}"/>
                    </a:ext>
                  </a:extLst>
                </p14:cNvPr>
                <p14:cNvContentPartPr/>
                <p14:nvPr/>
              </p14:nvContentPartPr>
              <p14:xfrm>
                <a:off x="7448520" y="3495480"/>
                <a:ext cx="1324800" cy="666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7575E8-8084-5839-D9D0-A6B7A86C505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42400" y="3489360"/>
                  <a:ext cx="133704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2D18121-13B4-C1C3-AADD-F13418B68370}"/>
                    </a:ext>
                  </a:extLst>
                </p14:cNvPr>
                <p14:cNvContentPartPr/>
                <p14:nvPr/>
              </p14:nvContentPartPr>
              <p14:xfrm>
                <a:off x="7615200" y="3438240"/>
                <a:ext cx="1367280" cy="713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2D18121-13B4-C1C3-AADD-F13418B6837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09080" y="3432120"/>
                  <a:ext cx="1379520" cy="72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FB44626-CE75-BA50-D584-340EFE084936}"/>
                  </a:ext>
                </a:extLst>
              </p14:cNvPr>
              <p14:cNvContentPartPr/>
              <p14:nvPr/>
            </p14:nvContentPartPr>
            <p14:xfrm>
              <a:off x="7636530" y="4922940"/>
              <a:ext cx="210564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FB44626-CE75-BA50-D584-340EFE0849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30410" y="4910700"/>
                <a:ext cx="2117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8AFEE2-3F89-BBAB-3265-184519B78A03}"/>
                  </a:ext>
                </a:extLst>
              </p14:cNvPr>
              <p14:cNvContentPartPr/>
              <p14:nvPr/>
            </p14:nvContentPartPr>
            <p14:xfrm>
              <a:off x="7608225" y="5553975"/>
              <a:ext cx="2129040" cy="55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8AFEE2-3F89-BBAB-3265-184519B78A0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02105" y="5547855"/>
                <a:ext cx="21412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D9EAECD-F692-6591-59A0-BE53E28D2029}"/>
                  </a:ext>
                </a:extLst>
              </p14:cNvPr>
              <p14:cNvContentPartPr/>
              <p14:nvPr/>
            </p14:nvContentPartPr>
            <p14:xfrm>
              <a:off x="4979730" y="5963353"/>
              <a:ext cx="2656800" cy="58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D9EAECD-F692-6591-59A0-BE53E28D202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73610" y="5957233"/>
                <a:ext cx="26690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6E01F2-045D-3CE4-661E-4C6C0C6E11E0}"/>
                  </a:ext>
                </a:extLst>
              </p14:cNvPr>
              <p14:cNvContentPartPr/>
              <p14:nvPr/>
            </p14:nvContentPartPr>
            <p14:xfrm>
              <a:off x="5186100" y="6288644"/>
              <a:ext cx="1819800" cy="77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6E01F2-045D-3CE4-661E-4C6C0C6E11E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79980" y="6282524"/>
                <a:ext cx="1832040" cy="89640"/>
              </a:xfrm>
              <a:prstGeom prst="rect">
                <a:avLst/>
              </a:prstGeom>
            </p:spPr>
          </p:pic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EAED8-35D8-814B-3BC6-B9B907413319}"/>
              </a:ext>
            </a:extLst>
          </p:cNvPr>
          <p:cNvCxnSpPr/>
          <p:nvPr/>
        </p:nvCxnSpPr>
        <p:spPr>
          <a:xfrm>
            <a:off x="10839450" y="542925"/>
            <a:ext cx="0" cy="2194560"/>
          </a:xfrm>
          <a:prstGeom prst="straightConnector1">
            <a:avLst/>
          </a:prstGeom>
          <a:ln w="635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E0E4F8-C7A3-14A5-9FFF-D93AB96E96A3}"/>
              </a:ext>
            </a:extLst>
          </p:cNvPr>
          <p:cNvCxnSpPr>
            <a:cxnSpLocks/>
          </p:cNvCxnSpPr>
          <p:nvPr/>
        </p:nvCxnSpPr>
        <p:spPr>
          <a:xfrm rot="5400000">
            <a:off x="10839450" y="542925"/>
            <a:ext cx="0" cy="2194560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86D78A-ED19-6EC9-66B7-645C1E439007}"/>
              </a:ext>
            </a:extLst>
          </p:cNvPr>
          <p:cNvSpPr txBox="1"/>
          <p:nvPr/>
        </p:nvSpPr>
        <p:spPr>
          <a:xfrm>
            <a:off x="10007416" y="173593"/>
            <a:ext cx="152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Energy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CA8904-2366-C18E-CDAE-C37FA9FBC70B}"/>
              </a:ext>
            </a:extLst>
          </p:cNvPr>
          <p:cNvSpPr txBox="1"/>
          <p:nvPr/>
        </p:nvSpPr>
        <p:spPr>
          <a:xfrm>
            <a:off x="8838344" y="1184594"/>
            <a:ext cx="204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Atomic Number</a:t>
            </a:r>
          </a:p>
        </p:txBody>
      </p:sp>
    </p:spTree>
    <p:extLst>
      <p:ext uri="{BB962C8B-B14F-4D97-AF65-F5344CB8AC3E}">
        <p14:creationId xmlns:p14="http://schemas.microsoft.com/office/powerpoint/2010/main" val="333237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FA97-3B55-418C-5012-5972A787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Scheme Diagram Example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276721-3434-FC27-DE79-138BAAD857C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t="-389" r="-324" b="480"/>
          <a:stretch>
            <a:fillRect/>
          </a:stretch>
        </p:blipFill>
        <p:spPr>
          <a:xfrm>
            <a:off x="4981574" y="657225"/>
            <a:ext cx="6570346" cy="58674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86D35-5C7B-BDF9-A4EB-57C685626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is the Parent and Daughter?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are the decay modes?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Is Co-60 gaining or losing atomic number?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is the relative ratio of probabilities?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4C1D93-E8FB-7CDC-E0E4-DBE35B767EBC}"/>
              </a:ext>
            </a:extLst>
          </p:cNvPr>
          <p:cNvSpPr/>
          <p:nvPr/>
        </p:nvSpPr>
        <p:spPr>
          <a:xfrm>
            <a:off x="640080" y="3829296"/>
            <a:ext cx="3564275" cy="45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868EE-8F83-8CFD-8F29-BA7B574FEF4F}"/>
              </a:ext>
            </a:extLst>
          </p:cNvPr>
          <p:cNvSpPr/>
          <p:nvPr/>
        </p:nvSpPr>
        <p:spPr>
          <a:xfrm>
            <a:off x="528530" y="4438039"/>
            <a:ext cx="3859397" cy="708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7547CA-CDD0-4927-8F84-3A2496647ABB}"/>
              </a:ext>
            </a:extLst>
          </p:cNvPr>
          <p:cNvSpPr/>
          <p:nvPr/>
        </p:nvSpPr>
        <p:spPr>
          <a:xfrm>
            <a:off x="676090" y="5295167"/>
            <a:ext cx="3564275" cy="7851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9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7E309-9395-5E0B-1EEF-63FFAE04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Yet Another Please</a:t>
            </a:r>
          </a:p>
        </p:txBody>
      </p:sp>
      <p:pic>
        <p:nvPicPr>
          <p:cNvPr id="6" name="Picture Placeholder 5" descr="A diagram of a line&#10;&#10;AI-generated content may be incorrect.">
            <a:extLst>
              <a:ext uri="{FF2B5EF4-FFF2-40B4-BE49-F238E27FC236}">
                <a16:creationId xmlns:a16="http://schemas.microsoft.com/office/drawing/2014/main" id="{15207FC8-52B7-5D9E-96A3-97B02F4CB5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29" t="2" r="924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AFADD-AE70-6129-39B8-803B66E27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72777" y="4895270"/>
            <a:ext cx="6658234" cy="14765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the energy released during EC?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are there two arrows?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does one have a vertical line with 1.022 MeV?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850798-2C3F-C341-1E9F-484861BCB866}"/>
              </a:ext>
            </a:extLst>
          </p:cNvPr>
          <p:cNvSpPr/>
          <p:nvPr/>
        </p:nvSpPr>
        <p:spPr>
          <a:xfrm>
            <a:off x="4872776" y="5064931"/>
            <a:ext cx="3686762" cy="45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917C3-F716-E5D8-649E-334B923CFD2E}"/>
              </a:ext>
            </a:extLst>
          </p:cNvPr>
          <p:cNvSpPr/>
          <p:nvPr/>
        </p:nvSpPr>
        <p:spPr>
          <a:xfrm>
            <a:off x="4872776" y="5537975"/>
            <a:ext cx="3686762" cy="400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B43CB-3144-5178-108A-76894FEDDB35}"/>
              </a:ext>
            </a:extLst>
          </p:cNvPr>
          <p:cNvSpPr/>
          <p:nvPr/>
        </p:nvSpPr>
        <p:spPr>
          <a:xfrm>
            <a:off x="4872775" y="5951333"/>
            <a:ext cx="4638869" cy="400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9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DAF75-4CC4-4EEC-2F35-BE205886B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I Swear, Last 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4BB2E-3FB5-19DD-761D-05FF407C8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950" y="4532626"/>
            <a:ext cx="3250068" cy="11403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/>
              <a:t>For now…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Placeholder 5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53E8140C-3200-A14B-D16E-D6199512EBB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302" r="6302"/>
          <a:stretch/>
        </p:blipFill>
        <p:spPr>
          <a:xfrm>
            <a:off x="4444723" y="1031001"/>
            <a:ext cx="6217757" cy="4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24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EAF1-BA39-80C2-3F7A-B9ACD56F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Decay Scheme Diagram Guide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0B8A92-F5D3-92EC-F16B-2B388CAD6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568" y="2151078"/>
            <a:ext cx="7854863" cy="4706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1507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1F8C-86C2-85EE-E369-69A0947B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Positron Annihilation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44071-74A1-BF66-AA71-D8CF36C6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 of the 1.022 MeV energy requirement</a:t>
            </a:r>
          </a:p>
          <a:p>
            <a:r>
              <a:rPr lang="en-US" dirty="0"/>
              <a:t>When positron and electron meet </a:t>
            </a:r>
            <a:r>
              <a:rPr lang="en-US" dirty="0">
                <a:sym typeface="Wingdings" panose="05000000000000000000" pitchFamily="2" charset="2"/>
              </a:rPr>
              <a:t> KABOOM electrons are converted into photons</a:t>
            </a:r>
          </a:p>
          <a:p>
            <a:r>
              <a:rPr lang="en-US" dirty="0">
                <a:sym typeface="Wingdings" panose="05000000000000000000" pitchFamily="2" charset="2"/>
              </a:rPr>
              <a:t>Matter-Antimatter reaction produces 2 photons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Conservation of linear momentum  must be two photons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Rest energy of an electron is 0.511 MeV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Most often occurs when positron comes to rest  2x 180 degree opposed photons with 0.511 MeV each</a:t>
            </a:r>
          </a:p>
          <a:p>
            <a:r>
              <a:rPr lang="en-US" dirty="0">
                <a:sym typeface="Wingdings" panose="05000000000000000000" pitchFamily="2" charset="2"/>
              </a:rPr>
              <a:t>Basis of PET Imaging (Positron Emission Tomography)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4D3CA-6351-E470-15F3-20C46B58A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7" y="822962"/>
            <a:ext cx="3833652" cy="9963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6498C1-E734-18B9-7491-4C5E04C996ED}"/>
              </a:ext>
            </a:extLst>
          </p:cNvPr>
          <p:cNvSpPr/>
          <p:nvPr/>
        </p:nvSpPr>
        <p:spPr>
          <a:xfrm>
            <a:off x="442177" y="3199050"/>
            <a:ext cx="9795331" cy="45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3D1C4-1CED-54DF-7F76-3E7BE640C794}"/>
              </a:ext>
            </a:extLst>
          </p:cNvPr>
          <p:cNvSpPr/>
          <p:nvPr/>
        </p:nvSpPr>
        <p:spPr>
          <a:xfrm>
            <a:off x="640079" y="3509272"/>
            <a:ext cx="9795331" cy="45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83D06A-273B-9E4F-A7CE-6357FB47DED2}"/>
              </a:ext>
            </a:extLst>
          </p:cNvPr>
          <p:cNvSpPr/>
          <p:nvPr/>
        </p:nvSpPr>
        <p:spPr>
          <a:xfrm>
            <a:off x="442177" y="3956652"/>
            <a:ext cx="9795331" cy="45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503391-E37C-0B24-A689-93A41B0F9BE7}"/>
              </a:ext>
            </a:extLst>
          </p:cNvPr>
          <p:cNvSpPr/>
          <p:nvPr/>
        </p:nvSpPr>
        <p:spPr>
          <a:xfrm>
            <a:off x="442177" y="4385072"/>
            <a:ext cx="9795331" cy="45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ABE58A-6B88-070C-3896-1B1762A0C5B6}"/>
              </a:ext>
            </a:extLst>
          </p:cNvPr>
          <p:cNvSpPr/>
          <p:nvPr/>
        </p:nvSpPr>
        <p:spPr>
          <a:xfrm>
            <a:off x="858527" y="4902883"/>
            <a:ext cx="10199114" cy="583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123709-598E-D121-B33C-649EF9B47FF2}"/>
              </a:ext>
            </a:extLst>
          </p:cNvPr>
          <p:cNvSpPr/>
          <p:nvPr/>
        </p:nvSpPr>
        <p:spPr>
          <a:xfrm>
            <a:off x="660992" y="5696522"/>
            <a:ext cx="9795331" cy="45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6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tomic number&#10;&#10;AI-generated content may be incorrect.">
            <a:extLst>
              <a:ext uri="{FF2B5EF4-FFF2-40B4-BE49-F238E27FC236}">
                <a16:creationId xmlns:a16="http://schemas.microsoft.com/office/drawing/2014/main" id="{E81AABE3-4628-D15D-C839-169A8C2B3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70" b="254"/>
          <a:stretch>
            <a:fillRect/>
          </a:stretch>
        </p:blipFill>
        <p:spPr>
          <a:xfrm>
            <a:off x="1653208" y="0"/>
            <a:ext cx="8885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4268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544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Avenir Next LT Pro</vt:lpstr>
      <vt:lpstr>Cambria Math</vt:lpstr>
      <vt:lpstr>Grandview Display</vt:lpstr>
      <vt:lpstr>Wingdings</vt:lpstr>
      <vt:lpstr>DashVTI</vt:lpstr>
      <vt:lpstr>Modes of Radioactive Decay II</vt:lpstr>
      <vt:lpstr>Review of Last Lecture</vt:lpstr>
      <vt:lpstr>Types of Radiation (by particle type)</vt:lpstr>
      <vt:lpstr>Types of Radiation (by mode)</vt:lpstr>
      <vt:lpstr>Radioactive Nuclides in Context</vt:lpstr>
      <vt:lpstr>Methods of Increasing Stability</vt:lpstr>
      <vt:lpstr>How are Radioactive Elements Made?</vt:lpstr>
      <vt:lpstr>Use of Radioactivity</vt:lpstr>
      <vt:lpstr>Decay Scheme Diagrams</vt:lpstr>
      <vt:lpstr>Anatomy of a Decay Scheme Diagram</vt:lpstr>
      <vt:lpstr>Scheme Diagram Example</vt:lpstr>
      <vt:lpstr>Yet Another Please</vt:lpstr>
      <vt:lpstr>I Swear, Last One</vt:lpstr>
      <vt:lpstr>Decay Scheme Diagram Guide</vt:lpstr>
      <vt:lpstr>Positron Annihilation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Kedree Proffitt</dc:creator>
  <cp:lastModifiedBy>Kedree Proffitt</cp:lastModifiedBy>
  <cp:revision>2</cp:revision>
  <dcterms:created xsi:type="dcterms:W3CDTF">2025-09-07T17:18:26Z</dcterms:created>
  <dcterms:modified xsi:type="dcterms:W3CDTF">2025-09-11T14:45:17Z</dcterms:modified>
</cp:coreProperties>
</file>