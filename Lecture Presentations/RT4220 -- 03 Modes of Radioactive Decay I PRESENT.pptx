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0"/>
  </p:notes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64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A2C54-87A0-413C-BBE5-F237895BBC95}" v="32" dt="2025-09-07T14:36:22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dree Proffitt" userId="cf51b1b7-7481-4dd8-85bf-a141dc4bc53e" providerId="ADAL" clId="{6CCD24BE-3D7A-4092-BFF6-F4CE2743B410}"/>
    <pc:docChg chg="custSel modSld">
      <pc:chgData name="Kedree Proffitt" userId="cf51b1b7-7481-4dd8-85bf-a141dc4bc53e" providerId="ADAL" clId="{6CCD24BE-3D7A-4092-BFF6-F4CE2743B410}" dt="2025-09-09T14:02:17.119" v="100" actId="20577"/>
      <pc:docMkLst>
        <pc:docMk/>
      </pc:docMkLst>
      <pc:sldChg chg="modSp mod">
        <pc:chgData name="Kedree Proffitt" userId="cf51b1b7-7481-4dd8-85bf-a141dc4bc53e" providerId="ADAL" clId="{6CCD24BE-3D7A-4092-BFF6-F4CE2743B410}" dt="2025-09-09T14:02:17.119" v="100" actId="20577"/>
        <pc:sldMkLst>
          <pc:docMk/>
          <pc:sldMk cId="3614046349" sldId="256"/>
        </pc:sldMkLst>
        <pc:spChg chg="mod">
          <ac:chgData name="Kedree Proffitt" userId="cf51b1b7-7481-4dd8-85bf-a141dc4bc53e" providerId="ADAL" clId="{6CCD24BE-3D7A-4092-BFF6-F4CE2743B410}" dt="2025-09-09T14:02:17.119" v="100" actId="20577"/>
          <ac:spMkLst>
            <pc:docMk/>
            <pc:sldMk cId="3614046349" sldId="256"/>
            <ac:spMk id="3" creationId="{BF546C12-5909-AD56-BF0B-EAD99345ECA7}"/>
          </ac:spMkLst>
        </pc:spChg>
      </pc:sldChg>
      <pc:sldChg chg="addSp delSp modSp mod delAnim modAnim">
        <pc:chgData name="Kedree Proffitt" userId="cf51b1b7-7481-4dd8-85bf-a141dc4bc53e" providerId="ADAL" clId="{6CCD24BE-3D7A-4092-BFF6-F4CE2743B410}" dt="2025-09-07T14:30:06.086" v="14" actId="14100"/>
        <pc:sldMkLst>
          <pc:docMk/>
          <pc:sldMk cId="835162153" sldId="261"/>
        </pc:sldMkLst>
        <pc:spChg chg="add mod">
          <ac:chgData name="Kedree Proffitt" userId="cf51b1b7-7481-4dd8-85bf-a141dc4bc53e" providerId="ADAL" clId="{6CCD24BE-3D7A-4092-BFF6-F4CE2743B410}" dt="2025-09-07T14:29:51.644" v="7" actId="14100"/>
          <ac:spMkLst>
            <pc:docMk/>
            <pc:sldMk cId="835162153" sldId="261"/>
            <ac:spMk id="6" creationId="{E355F532-1777-44BF-79C5-8EDB9B85B20E}"/>
          </ac:spMkLst>
        </pc:spChg>
        <pc:spChg chg="add mod">
          <ac:chgData name="Kedree Proffitt" userId="cf51b1b7-7481-4dd8-85bf-a141dc4bc53e" providerId="ADAL" clId="{6CCD24BE-3D7A-4092-BFF6-F4CE2743B410}" dt="2025-09-07T14:29:55.640" v="9" actId="1076"/>
          <ac:spMkLst>
            <pc:docMk/>
            <pc:sldMk cId="835162153" sldId="261"/>
            <ac:spMk id="7" creationId="{399C0389-89C6-8CA2-E29B-06EC926CEA55}"/>
          </ac:spMkLst>
        </pc:spChg>
        <pc:spChg chg="add mod">
          <ac:chgData name="Kedree Proffitt" userId="cf51b1b7-7481-4dd8-85bf-a141dc4bc53e" providerId="ADAL" clId="{6CCD24BE-3D7A-4092-BFF6-F4CE2743B410}" dt="2025-09-07T14:29:58.825" v="11" actId="1076"/>
          <ac:spMkLst>
            <pc:docMk/>
            <pc:sldMk cId="835162153" sldId="261"/>
            <ac:spMk id="8" creationId="{8F466FB0-4A4E-1B8B-AD4A-4E70EFEA565C}"/>
          </ac:spMkLst>
        </pc:spChg>
        <pc:spChg chg="add mod">
          <ac:chgData name="Kedree Proffitt" userId="cf51b1b7-7481-4dd8-85bf-a141dc4bc53e" providerId="ADAL" clId="{6CCD24BE-3D7A-4092-BFF6-F4CE2743B410}" dt="2025-09-07T14:30:06.086" v="14" actId="14100"/>
          <ac:spMkLst>
            <pc:docMk/>
            <pc:sldMk cId="835162153" sldId="261"/>
            <ac:spMk id="10" creationId="{4D79DAFF-657A-E1D4-43D3-132938617231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4:36:32.244" v="98" actId="14100"/>
        <pc:sldMkLst>
          <pc:docMk/>
          <pc:sldMk cId="2994114516" sldId="264"/>
        </pc:sldMkLst>
        <pc:spChg chg="add mod">
          <ac:chgData name="Kedree Proffitt" userId="cf51b1b7-7481-4dd8-85bf-a141dc4bc53e" providerId="ADAL" clId="{6CCD24BE-3D7A-4092-BFF6-F4CE2743B410}" dt="2025-09-07T14:35:53.235" v="83" actId="14100"/>
          <ac:spMkLst>
            <pc:docMk/>
            <pc:sldMk cId="2994114516" sldId="264"/>
            <ac:spMk id="38" creationId="{E345D67D-6A8A-3119-4EF0-07A95F6B94FF}"/>
          </ac:spMkLst>
        </pc:spChg>
        <pc:spChg chg="add mod">
          <ac:chgData name="Kedree Proffitt" userId="cf51b1b7-7481-4dd8-85bf-a141dc4bc53e" providerId="ADAL" clId="{6CCD24BE-3D7A-4092-BFF6-F4CE2743B410}" dt="2025-09-07T14:36:01.605" v="87" actId="14100"/>
          <ac:spMkLst>
            <pc:docMk/>
            <pc:sldMk cId="2994114516" sldId="264"/>
            <ac:spMk id="39" creationId="{42F2EAD0-4234-E741-0463-1DA8292E30F2}"/>
          </ac:spMkLst>
        </pc:spChg>
        <pc:spChg chg="add mod">
          <ac:chgData name="Kedree Proffitt" userId="cf51b1b7-7481-4dd8-85bf-a141dc4bc53e" providerId="ADAL" clId="{6CCD24BE-3D7A-4092-BFF6-F4CE2743B410}" dt="2025-09-07T14:36:13.658" v="91" actId="14100"/>
          <ac:spMkLst>
            <pc:docMk/>
            <pc:sldMk cId="2994114516" sldId="264"/>
            <ac:spMk id="40" creationId="{8D9CD907-164D-8BC6-327B-90C4EE6D3DD0}"/>
          </ac:spMkLst>
        </pc:spChg>
        <pc:spChg chg="add mod">
          <ac:chgData name="Kedree Proffitt" userId="cf51b1b7-7481-4dd8-85bf-a141dc4bc53e" providerId="ADAL" clId="{6CCD24BE-3D7A-4092-BFF6-F4CE2743B410}" dt="2025-09-07T14:36:32.244" v="98" actId="14100"/>
          <ac:spMkLst>
            <pc:docMk/>
            <pc:sldMk cId="2994114516" sldId="264"/>
            <ac:spMk id="41" creationId="{053D5482-4DAD-9B46-5DE2-CB51E0CD968E}"/>
          </ac:spMkLst>
        </pc:spChg>
        <pc:spChg chg="add mod">
          <ac:chgData name="Kedree Proffitt" userId="cf51b1b7-7481-4dd8-85bf-a141dc4bc53e" providerId="ADAL" clId="{6CCD24BE-3D7A-4092-BFF6-F4CE2743B410}" dt="2025-09-07T14:36:28.085" v="97" actId="14100"/>
          <ac:spMkLst>
            <pc:docMk/>
            <pc:sldMk cId="2994114516" sldId="264"/>
            <ac:spMk id="42" creationId="{7D781088-BF35-6580-9F73-8C26711876AB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4:31:24.183" v="27" actId="14100"/>
        <pc:sldMkLst>
          <pc:docMk/>
          <pc:sldMk cId="1091930774" sldId="265"/>
        </pc:sldMkLst>
        <pc:spChg chg="add mod">
          <ac:chgData name="Kedree Proffitt" userId="cf51b1b7-7481-4dd8-85bf-a141dc4bc53e" providerId="ADAL" clId="{6CCD24BE-3D7A-4092-BFF6-F4CE2743B410}" dt="2025-09-07T14:31:01.149" v="18" actId="14100"/>
          <ac:spMkLst>
            <pc:docMk/>
            <pc:sldMk cId="1091930774" sldId="265"/>
            <ac:spMk id="4" creationId="{DB7CDC1E-DE2A-083A-74C7-215C3FE4EE54}"/>
          </ac:spMkLst>
        </pc:spChg>
        <pc:spChg chg="add mod">
          <ac:chgData name="Kedree Proffitt" userId="cf51b1b7-7481-4dd8-85bf-a141dc4bc53e" providerId="ADAL" clId="{6CCD24BE-3D7A-4092-BFF6-F4CE2743B410}" dt="2025-09-07T14:31:05.933" v="20" actId="1076"/>
          <ac:spMkLst>
            <pc:docMk/>
            <pc:sldMk cId="1091930774" sldId="265"/>
            <ac:spMk id="6" creationId="{5CAA8B85-57E9-4555-59C2-1976FFB45A51}"/>
          </ac:spMkLst>
        </pc:spChg>
        <pc:spChg chg="add mod">
          <ac:chgData name="Kedree Proffitt" userId="cf51b1b7-7481-4dd8-85bf-a141dc4bc53e" providerId="ADAL" clId="{6CCD24BE-3D7A-4092-BFF6-F4CE2743B410}" dt="2025-09-07T14:31:10.144" v="22" actId="1076"/>
          <ac:spMkLst>
            <pc:docMk/>
            <pc:sldMk cId="1091930774" sldId="265"/>
            <ac:spMk id="8" creationId="{5F4B470D-ABA6-5CF3-87EE-2D616AC0D829}"/>
          </ac:spMkLst>
        </pc:spChg>
        <pc:spChg chg="add mod">
          <ac:chgData name="Kedree Proffitt" userId="cf51b1b7-7481-4dd8-85bf-a141dc4bc53e" providerId="ADAL" clId="{6CCD24BE-3D7A-4092-BFF6-F4CE2743B410}" dt="2025-09-07T14:31:15.053" v="24" actId="1076"/>
          <ac:spMkLst>
            <pc:docMk/>
            <pc:sldMk cId="1091930774" sldId="265"/>
            <ac:spMk id="9" creationId="{65FF9D82-6622-02FF-C98E-A91AB56FAD89}"/>
          </ac:spMkLst>
        </pc:spChg>
        <pc:spChg chg="add mod">
          <ac:chgData name="Kedree Proffitt" userId="cf51b1b7-7481-4dd8-85bf-a141dc4bc53e" providerId="ADAL" clId="{6CCD24BE-3D7A-4092-BFF6-F4CE2743B410}" dt="2025-09-07T14:31:24.183" v="27" actId="14100"/>
          <ac:spMkLst>
            <pc:docMk/>
            <pc:sldMk cId="1091930774" sldId="265"/>
            <ac:spMk id="10" creationId="{4CEA8102-89F6-11FD-27E1-FBC2E9FCCDE0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4:32:36.193" v="30" actId="14100"/>
        <pc:sldMkLst>
          <pc:docMk/>
          <pc:sldMk cId="1025142151" sldId="266"/>
        </pc:sldMkLst>
        <pc:spChg chg="add mod">
          <ac:chgData name="Kedree Proffitt" userId="cf51b1b7-7481-4dd8-85bf-a141dc4bc53e" providerId="ADAL" clId="{6CCD24BE-3D7A-4092-BFF6-F4CE2743B410}" dt="2025-09-07T14:32:36.193" v="30" actId="14100"/>
          <ac:spMkLst>
            <pc:docMk/>
            <pc:sldMk cId="1025142151" sldId="266"/>
            <ac:spMk id="4" creationId="{80D7971A-BB5F-2345-3CB1-ECB3802F13EE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4:33:34.883" v="42" actId="14100"/>
        <pc:sldMkLst>
          <pc:docMk/>
          <pc:sldMk cId="1204954827" sldId="267"/>
        </pc:sldMkLst>
        <pc:spChg chg="add mod">
          <ac:chgData name="Kedree Proffitt" userId="cf51b1b7-7481-4dd8-85bf-a141dc4bc53e" providerId="ADAL" clId="{6CCD24BE-3D7A-4092-BFF6-F4CE2743B410}" dt="2025-09-07T14:33:10.431" v="33" actId="14100"/>
          <ac:spMkLst>
            <pc:docMk/>
            <pc:sldMk cId="1204954827" sldId="267"/>
            <ac:spMk id="9" creationId="{124D89C0-A29B-2182-1265-EC2C325AA4A0}"/>
          </ac:spMkLst>
        </pc:spChg>
        <pc:spChg chg="add mod">
          <ac:chgData name="Kedree Proffitt" userId="cf51b1b7-7481-4dd8-85bf-a141dc4bc53e" providerId="ADAL" clId="{6CCD24BE-3D7A-4092-BFF6-F4CE2743B410}" dt="2025-09-07T14:33:16.688" v="36" actId="14100"/>
          <ac:spMkLst>
            <pc:docMk/>
            <pc:sldMk cId="1204954827" sldId="267"/>
            <ac:spMk id="10" creationId="{2C816086-D93F-93BB-E43C-721942BE9CF9}"/>
          </ac:spMkLst>
        </pc:spChg>
        <pc:spChg chg="add mod">
          <ac:chgData name="Kedree Proffitt" userId="cf51b1b7-7481-4dd8-85bf-a141dc4bc53e" providerId="ADAL" clId="{6CCD24BE-3D7A-4092-BFF6-F4CE2743B410}" dt="2025-09-07T14:33:23.161" v="39" actId="14100"/>
          <ac:spMkLst>
            <pc:docMk/>
            <pc:sldMk cId="1204954827" sldId="267"/>
            <ac:spMk id="11" creationId="{495F2AE9-0757-10B9-3476-E025E7344D37}"/>
          </ac:spMkLst>
        </pc:spChg>
        <pc:spChg chg="add mod">
          <ac:chgData name="Kedree Proffitt" userId="cf51b1b7-7481-4dd8-85bf-a141dc4bc53e" providerId="ADAL" clId="{6CCD24BE-3D7A-4092-BFF6-F4CE2743B410}" dt="2025-09-07T14:33:34.883" v="42" actId="14100"/>
          <ac:spMkLst>
            <pc:docMk/>
            <pc:sldMk cId="1204954827" sldId="267"/>
            <ac:spMk id="12" creationId="{FCDA549F-8BD2-0790-6B0E-3B0182C3ADC2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4:33:55.912" v="46" actId="14100"/>
        <pc:sldMkLst>
          <pc:docMk/>
          <pc:sldMk cId="1265236309" sldId="268"/>
        </pc:sldMkLst>
        <pc:spChg chg="mod">
          <ac:chgData name="Kedree Proffitt" userId="cf51b1b7-7481-4dd8-85bf-a141dc4bc53e" providerId="ADAL" clId="{6CCD24BE-3D7A-4092-BFF6-F4CE2743B410}" dt="2025-09-07T14:33:45.889" v="43" actId="255"/>
          <ac:spMkLst>
            <pc:docMk/>
            <pc:sldMk cId="1265236309" sldId="268"/>
            <ac:spMk id="3" creationId="{6ECC1273-5DFF-C080-66F3-FF146A3A1F44}"/>
          </ac:spMkLst>
        </pc:spChg>
        <pc:spChg chg="add mod">
          <ac:chgData name="Kedree Proffitt" userId="cf51b1b7-7481-4dd8-85bf-a141dc4bc53e" providerId="ADAL" clId="{6CCD24BE-3D7A-4092-BFF6-F4CE2743B410}" dt="2025-09-07T14:33:55.912" v="46" actId="14100"/>
          <ac:spMkLst>
            <pc:docMk/>
            <pc:sldMk cId="1265236309" sldId="268"/>
            <ac:spMk id="4" creationId="{1402AB22-93F6-BA80-A2D1-141E0BE38A0C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4:34:10.301" v="51" actId="1076"/>
        <pc:sldMkLst>
          <pc:docMk/>
          <pc:sldMk cId="3690149778" sldId="269"/>
        </pc:sldMkLst>
        <pc:spChg chg="add mod">
          <ac:chgData name="Kedree Proffitt" userId="cf51b1b7-7481-4dd8-85bf-a141dc4bc53e" providerId="ADAL" clId="{6CCD24BE-3D7A-4092-BFF6-F4CE2743B410}" dt="2025-09-07T14:34:06.653" v="49" actId="14100"/>
          <ac:spMkLst>
            <pc:docMk/>
            <pc:sldMk cId="3690149778" sldId="269"/>
            <ac:spMk id="4" creationId="{AFCBE879-C0FF-8CEA-B968-5E490137EC6D}"/>
          </ac:spMkLst>
        </pc:spChg>
        <pc:spChg chg="add mod">
          <ac:chgData name="Kedree Proffitt" userId="cf51b1b7-7481-4dd8-85bf-a141dc4bc53e" providerId="ADAL" clId="{6CCD24BE-3D7A-4092-BFF6-F4CE2743B410}" dt="2025-09-07T14:34:10.301" v="51" actId="1076"/>
          <ac:spMkLst>
            <pc:docMk/>
            <pc:sldMk cId="3690149778" sldId="269"/>
            <ac:spMk id="5" creationId="{803ADA7C-0031-C729-CB3F-49E6BC30ACFF}"/>
          </ac:spMkLst>
        </pc:spChg>
      </pc:sldChg>
      <pc:sldChg chg="addSp delSp modSp mod delAnim modAnim">
        <pc:chgData name="Kedree Proffitt" userId="cf51b1b7-7481-4dd8-85bf-a141dc4bc53e" providerId="ADAL" clId="{6CCD24BE-3D7A-4092-BFF6-F4CE2743B410}" dt="2025-09-07T14:37:48.654" v="99" actId="478"/>
        <pc:sldMkLst>
          <pc:docMk/>
          <pc:sldMk cId="3854926866" sldId="270"/>
        </pc:sldMkLst>
        <pc:spChg chg="add mod">
          <ac:chgData name="Kedree Proffitt" userId="cf51b1b7-7481-4dd8-85bf-a141dc4bc53e" providerId="ADAL" clId="{6CCD24BE-3D7A-4092-BFF6-F4CE2743B410}" dt="2025-09-07T14:34:23.569" v="54" actId="14100"/>
          <ac:spMkLst>
            <pc:docMk/>
            <pc:sldMk cId="3854926866" sldId="270"/>
            <ac:spMk id="4" creationId="{9720F0C7-6114-14BC-672E-EE9F6B9918C8}"/>
          </ac:spMkLst>
        </pc:spChg>
        <pc:spChg chg="add mod">
          <ac:chgData name="Kedree Proffitt" userId="cf51b1b7-7481-4dd8-85bf-a141dc4bc53e" providerId="ADAL" clId="{6CCD24BE-3D7A-4092-BFF6-F4CE2743B410}" dt="2025-09-07T14:34:44.486" v="58" actId="14100"/>
          <ac:spMkLst>
            <pc:docMk/>
            <pc:sldMk cId="3854926866" sldId="270"/>
            <ac:spMk id="6" creationId="{BF77FAD0-5517-54D5-E0A6-1C97A89E0F14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4:34:58.464" v="64" actId="14100"/>
        <pc:sldMkLst>
          <pc:docMk/>
          <pc:sldMk cId="1151174539" sldId="271"/>
        </pc:sldMkLst>
        <pc:spChg chg="add mod">
          <ac:chgData name="Kedree Proffitt" userId="cf51b1b7-7481-4dd8-85bf-a141dc4bc53e" providerId="ADAL" clId="{6CCD24BE-3D7A-4092-BFF6-F4CE2743B410}" dt="2025-09-07T14:34:53.063" v="61" actId="14100"/>
          <ac:spMkLst>
            <pc:docMk/>
            <pc:sldMk cId="1151174539" sldId="271"/>
            <ac:spMk id="4" creationId="{216B9F3E-3538-4B8A-1176-23287AC02588}"/>
          </ac:spMkLst>
        </pc:spChg>
        <pc:spChg chg="add mod">
          <ac:chgData name="Kedree Proffitt" userId="cf51b1b7-7481-4dd8-85bf-a141dc4bc53e" providerId="ADAL" clId="{6CCD24BE-3D7A-4092-BFF6-F4CE2743B410}" dt="2025-09-07T14:34:58.464" v="64" actId="14100"/>
          <ac:spMkLst>
            <pc:docMk/>
            <pc:sldMk cId="1151174539" sldId="271"/>
            <ac:spMk id="5" creationId="{D67EB78F-0791-3BEC-0F1F-7F01F3FE989C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07T14:35:29.429" v="75" actId="14100"/>
        <pc:sldMkLst>
          <pc:docMk/>
          <pc:sldMk cId="2696627439" sldId="272"/>
        </pc:sldMkLst>
        <pc:spChg chg="add mod">
          <ac:chgData name="Kedree Proffitt" userId="cf51b1b7-7481-4dd8-85bf-a141dc4bc53e" providerId="ADAL" clId="{6CCD24BE-3D7A-4092-BFF6-F4CE2743B410}" dt="2025-09-07T14:35:05.323" v="66" actId="1076"/>
          <ac:spMkLst>
            <pc:docMk/>
            <pc:sldMk cId="2696627439" sldId="272"/>
            <ac:spMk id="7" creationId="{A08AF466-3801-EBC2-4432-360CB3E056EE}"/>
          </ac:spMkLst>
        </pc:spChg>
        <pc:spChg chg="add mod">
          <ac:chgData name="Kedree Proffitt" userId="cf51b1b7-7481-4dd8-85bf-a141dc4bc53e" providerId="ADAL" clId="{6CCD24BE-3D7A-4092-BFF6-F4CE2743B410}" dt="2025-09-07T14:35:13.259" v="69" actId="14100"/>
          <ac:spMkLst>
            <pc:docMk/>
            <pc:sldMk cId="2696627439" sldId="272"/>
            <ac:spMk id="8" creationId="{839F8FD3-1493-03DF-D25F-53D2B255546A}"/>
          </ac:spMkLst>
        </pc:spChg>
        <pc:spChg chg="add mod">
          <ac:chgData name="Kedree Proffitt" userId="cf51b1b7-7481-4dd8-85bf-a141dc4bc53e" providerId="ADAL" clId="{6CCD24BE-3D7A-4092-BFF6-F4CE2743B410}" dt="2025-09-07T14:35:21.380" v="72" actId="14100"/>
          <ac:spMkLst>
            <pc:docMk/>
            <pc:sldMk cId="2696627439" sldId="272"/>
            <ac:spMk id="9" creationId="{6B4E74F7-6752-979B-2D14-BA0105FBC7B5}"/>
          </ac:spMkLst>
        </pc:spChg>
        <pc:spChg chg="add mod">
          <ac:chgData name="Kedree Proffitt" userId="cf51b1b7-7481-4dd8-85bf-a141dc4bc53e" providerId="ADAL" clId="{6CCD24BE-3D7A-4092-BFF6-F4CE2743B410}" dt="2025-09-07T14:35:29.429" v="75" actId="14100"/>
          <ac:spMkLst>
            <pc:docMk/>
            <pc:sldMk cId="2696627439" sldId="272"/>
            <ac:spMk id="10" creationId="{50960144-D72D-E616-4288-F340E3653C44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6CD981-5990-4609-8575-73A84854BF0C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36A3D37-8733-49C4-8767-7B27360EF72C}">
      <dgm:prSet/>
      <dgm:spPr/>
      <dgm:t>
        <a:bodyPr/>
        <a:lstStyle/>
        <a:p>
          <a:r>
            <a:rPr lang="en-US" dirty="0"/>
            <a:t>When nuclear forces are unbalanced, the nucleus is UNSTABLE</a:t>
          </a:r>
        </a:p>
      </dgm:t>
    </dgm:pt>
    <dgm:pt modelId="{3D8C2F0F-1194-428E-9C08-2AB1860CD25C}" type="parTrans" cxnId="{8EC9893F-8E8C-42FF-8FE2-386336933A69}">
      <dgm:prSet/>
      <dgm:spPr/>
      <dgm:t>
        <a:bodyPr/>
        <a:lstStyle/>
        <a:p>
          <a:endParaRPr lang="en-US"/>
        </a:p>
      </dgm:t>
    </dgm:pt>
    <dgm:pt modelId="{7AF4E934-88AE-45A7-A031-15252FEAD9A2}" type="sibTrans" cxnId="{8EC9893F-8E8C-42FF-8FE2-386336933A69}">
      <dgm:prSet/>
      <dgm:spPr/>
      <dgm:t>
        <a:bodyPr/>
        <a:lstStyle/>
        <a:p>
          <a:endParaRPr lang="en-US"/>
        </a:p>
      </dgm:t>
    </dgm:pt>
    <dgm:pt modelId="{FD503190-4C46-410F-B5A1-7FB12F25B771}">
      <dgm:prSet/>
      <dgm:spPr/>
      <dgm:t>
        <a:bodyPr/>
        <a:lstStyle/>
        <a:p>
          <a:r>
            <a:rPr lang="en-US"/>
            <a:t>Three modes of reaching stability:</a:t>
          </a:r>
        </a:p>
      </dgm:t>
    </dgm:pt>
    <dgm:pt modelId="{3CE624CF-0CB2-4D96-A98C-DD5C9105AAEF}" type="parTrans" cxnId="{8F2E8D7B-937F-4D57-9458-C673971277A9}">
      <dgm:prSet/>
      <dgm:spPr/>
      <dgm:t>
        <a:bodyPr/>
        <a:lstStyle/>
        <a:p>
          <a:endParaRPr lang="en-US"/>
        </a:p>
      </dgm:t>
    </dgm:pt>
    <dgm:pt modelId="{89B4D285-BF76-44CE-B3DC-A734A05BB9D4}" type="sibTrans" cxnId="{8F2E8D7B-937F-4D57-9458-C673971277A9}">
      <dgm:prSet/>
      <dgm:spPr/>
      <dgm:t>
        <a:bodyPr/>
        <a:lstStyle/>
        <a:p>
          <a:endParaRPr lang="en-US"/>
        </a:p>
      </dgm:t>
    </dgm:pt>
    <dgm:pt modelId="{D55FB7B5-63B5-4B26-9FE8-FCB691114E1A}">
      <dgm:prSet/>
      <dgm:spPr/>
      <dgm:t>
        <a:bodyPr/>
        <a:lstStyle/>
        <a:p>
          <a:r>
            <a:rPr lang="en-US"/>
            <a:t>Fission</a:t>
          </a:r>
        </a:p>
      </dgm:t>
    </dgm:pt>
    <dgm:pt modelId="{BEDD30EF-87E5-482E-AB81-E97F1EA00D77}" type="parTrans" cxnId="{A33324D3-97E6-43C3-B90C-1E90C2A7EB4E}">
      <dgm:prSet/>
      <dgm:spPr/>
      <dgm:t>
        <a:bodyPr/>
        <a:lstStyle/>
        <a:p>
          <a:endParaRPr lang="en-US"/>
        </a:p>
      </dgm:t>
    </dgm:pt>
    <dgm:pt modelId="{A61C6F6D-512A-4EBF-B073-477251C4E1BE}" type="sibTrans" cxnId="{A33324D3-97E6-43C3-B90C-1E90C2A7EB4E}">
      <dgm:prSet/>
      <dgm:spPr/>
      <dgm:t>
        <a:bodyPr/>
        <a:lstStyle/>
        <a:p>
          <a:endParaRPr lang="en-US"/>
        </a:p>
      </dgm:t>
    </dgm:pt>
    <dgm:pt modelId="{DD5C6090-A261-4158-B9D7-16839E106098}">
      <dgm:prSet/>
      <dgm:spPr/>
      <dgm:t>
        <a:bodyPr/>
        <a:lstStyle/>
        <a:p>
          <a:r>
            <a:rPr lang="en-US"/>
            <a:t>Fusion</a:t>
          </a:r>
        </a:p>
      </dgm:t>
    </dgm:pt>
    <dgm:pt modelId="{930BD1C1-2D57-455E-8657-84CC43F8E536}" type="parTrans" cxnId="{E8D94ABB-9C99-4C0E-84F4-4CA07C18033E}">
      <dgm:prSet/>
      <dgm:spPr/>
      <dgm:t>
        <a:bodyPr/>
        <a:lstStyle/>
        <a:p>
          <a:endParaRPr lang="en-US"/>
        </a:p>
      </dgm:t>
    </dgm:pt>
    <dgm:pt modelId="{CEF38A80-D2D2-4934-BBB4-66027853AD37}" type="sibTrans" cxnId="{E8D94ABB-9C99-4C0E-84F4-4CA07C18033E}">
      <dgm:prSet/>
      <dgm:spPr/>
      <dgm:t>
        <a:bodyPr/>
        <a:lstStyle/>
        <a:p>
          <a:endParaRPr lang="en-US"/>
        </a:p>
      </dgm:t>
    </dgm:pt>
    <dgm:pt modelId="{13104E68-8359-4FFE-952B-DF3F2BED9131}">
      <dgm:prSet/>
      <dgm:spPr/>
      <dgm:t>
        <a:bodyPr/>
        <a:lstStyle/>
        <a:p>
          <a:r>
            <a:rPr lang="en-US" b="1"/>
            <a:t>Radioactive Decay</a:t>
          </a:r>
          <a:endParaRPr lang="en-US"/>
        </a:p>
      </dgm:t>
    </dgm:pt>
    <dgm:pt modelId="{EB6FE467-B873-4476-A45C-F829F40623AF}" type="parTrans" cxnId="{FA1FD965-DC5D-48D0-8444-DC60863F2A7A}">
      <dgm:prSet/>
      <dgm:spPr/>
      <dgm:t>
        <a:bodyPr/>
        <a:lstStyle/>
        <a:p>
          <a:endParaRPr lang="en-US"/>
        </a:p>
      </dgm:t>
    </dgm:pt>
    <dgm:pt modelId="{094F54FA-4DCD-432F-9DF5-CFFF55FB27A0}" type="sibTrans" cxnId="{FA1FD965-DC5D-48D0-8444-DC60863F2A7A}">
      <dgm:prSet/>
      <dgm:spPr/>
      <dgm:t>
        <a:bodyPr/>
        <a:lstStyle/>
        <a:p>
          <a:endParaRPr lang="en-US"/>
        </a:p>
      </dgm:t>
    </dgm:pt>
    <dgm:pt modelId="{93C22E49-DDF9-4FFC-BF24-A2D7D98627CA}" type="pres">
      <dgm:prSet presAssocID="{066CD981-5990-4609-8575-73A84854BF0C}" presName="Name0" presStyleCnt="0">
        <dgm:presLayoutVars>
          <dgm:dir/>
          <dgm:animLvl val="lvl"/>
          <dgm:resizeHandles val="exact"/>
        </dgm:presLayoutVars>
      </dgm:prSet>
      <dgm:spPr/>
    </dgm:pt>
    <dgm:pt modelId="{5B349E4C-DBB6-4FB5-8A63-F9FE42EBBD5D}" type="pres">
      <dgm:prSet presAssocID="{FD503190-4C46-410F-B5A1-7FB12F25B771}" presName="boxAndChildren" presStyleCnt="0"/>
      <dgm:spPr/>
    </dgm:pt>
    <dgm:pt modelId="{F3F84DFC-A584-4B12-B1AC-F12FB22F24EC}" type="pres">
      <dgm:prSet presAssocID="{FD503190-4C46-410F-B5A1-7FB12F25B771}" presName="parentTextBox" presStyleLbl="node1" presStyleIdx="0" presStyleCnt="2"/>
      <dgm:spPr/>
    </dgm:pt>
    <dgm:pt modelId="{6CC9C262-42EC-4D8F-B6DD-A8F471591C7E}" type="pres">
      <dgm:prSet presAssocID="{FD503190-4C46-410F-B5A1-7FB12F25B771}" presName="entireBox" presStyleLbl="node1" presStyleIdx="0" presStyleCnt="2"/>
      <dgm:spPr/>
    </dgm:pt>
    <dgm:pt modelId="{D9A03CA1-EC96-4269-B4FC-E0AD731B04A5}" type="pres">
      <dgm:prSet presAssocID="{FD503190-4C46-410F-B5A1-7FB12F25B771}" presName="descendantBox" presStyleCnt="0"/>
      <dgm:spPr/>
    </dgm:pt>
    <dgm:pt modelId="{F8EA2AA2-2A99-4FA1-A46B-C9B1D78C4970}" type="pres">
      <dgm:prSet presAssocID="{D55FB7B5-63B5-4B26-9FE8-FCB691114E1A}" presName="childTextBox" presStyleLbl="fgAccFollowNode1" presStyleIdx="0" presStyleCnt="3">
        <dgm:presLayoutVars>
          <dgm:bulletEnabled val="1"/>
        </dgm:presLayoutVars>
      </dgm:prSet>
      <dgm:spPr/>
    </dgm:pt>
    <dgm:pt modelId="{80FA203C-ABC5-4DB9-B840-97C18A057815}" type="pres">
      <dgm:prSet presAssocID="{DD5C6090-A261-4158-B9D7-16839E106098}" presName="childTextBox" presStyleLbl="fgAccFollowNode1" presStyleIdx="1" presStyleCnt="3">
        <dgm:presLayoutVars>
          <dgm:bulletEnabled val="1"/>
        </dgm:presLayoutVars>
      </dgm:prSet>
      <dgm:spPr/>
    </dgm:pt>
    <dgm:pt modelId="{A522C832-DE2A-43B2-985B-33EEF2E3C7B9}" type="pres">
      <dgm:prSet presAssocID="{13104E68-8359-4FFE-952B-DF3F2BED9131}" presName="childTextBox" presStyleLbl="fgAccFollowNode1" presStyleIdx="2" presStyleCnt="3">
        <dgm:presLayoutVars>
          <dgm:bulletEnabled val="1"/>
        </dgm:presLayoutVars>
      </dgm:prSet>
      <dgm:spPr/>
    </dgm:pt>
    <dgm:pt modelId="{B81EA153-41E3-4C7F-8A9F-E2A287E9B337}" type="pres">
      <dgm:prSet presAssocID="{7AF4E934-88AE-45A7-A031-15252FEAD9A2}" presName="sp" presStyleCnt="0"/>
      <dgm:spPr/>
    </dgm:pt>
    <dgm:pt modelId="{1C4C33AA-37F4-4E08-8448-2A9BB25D83B6}" type="pres">
      <dgm:prSet presAssocID="{936A3D37-8733-49C4-8767-7B27360EF72C}" presName="arrowAndChildren" presStyleCnt="0"/>
      <dgm:spPr/>
    </dgm:pt>
    <dgm:pt modelId="{77A51390-D9FA-4416-B36A-2091C18DFC18}" type="pres">
      <dgm:prSet presAssocID="{936A3D37-8733-49C4-8767-7B27360EF72C}" presName="parentTextArrow" presStyleLbl="node1" presStyleIdx="1" presStyleCnt="2"/>
      <dgm:spPr/>
    </dgm:pt>
  </dgm:ptLst>
  <dgm:cxnLst>
    <dgm:cxn modelId="{8EC9893F-8E8C-42FF-8FE2-386336933A69}" srcId="{066CD981-5990-4609-8575-73A84854BF0C}" destId="{936A3D37-8733-49C4-8767-7B27360EF72C}" srcOrd="0" destOrd="0" parTransId="{3D8C2F0F-1194-428E-9C08-2AB1860CD25C}" sibTransId="{7AF4E934-88AE-45A7-A031-15252FEAD9A2}"/>
    <dgm:cxn modelId="{FA1FD965-DC5D-48D0-8444-DC60863F2A7A}" srcId="{FD503190-4C46-410F-B5A1-7FB12F25B771}" destId="{13104E68-8359-4FFE-952B-DF3F2BED9131}" srcOrd="2" destOrd="0" parTransId="{EB6FE467-B873-4476-A45C-F829F40623AF}" sibTransId="{094F54FA-4DCD-432F-9DF5-CFFF55FB27A0}"/>
    <dgm:cxn modelId="{6EEB7B6B-033F-42E4-B40B-32C4DC79B51C}" type="presOf" srcId="{066CD981-5990-4609-8575-73A84854BF0C}" destId="{93C22E49-DDF9-4FFC-BF24-A2D7D98627CA}" srcOrd="0" destOrd="0" presId="urn:microsoft.com/office/officeart/2005/8/layout/process4"/>
    <dgm:cxn modelId="{78825A50-05A1-46F5-B140-95D33CB0C325}" type="presOf" srcId="{936A3D37-8733-49C4-8767-7B27360EF72C}" destId="{77A51390-D9FA-4416-B36A-2091C18DFC18}" srcOrd="0" destOrd="0" presId="urn:microsoft.com/office/officeart/2005/8/layout/process4"/>
    <dgm:cxn modelId="{A9F3617B-B954-471C-9511-9426EE3239FF}" type="presOf" srcId="{D55FB7B5-63B5-4B26-9FE8-FCB691114E1A}" destId="{F8EA2AA2-2A99-4FA1-A46B-C9B1D78C4970}" srcOrd="0" destOrd="0" presId="urn:microsoft.com/office/officeart/2005/8/layout/process4"/>
    <dgm:cxn modelId="{8F2E8D7B-937F-4D57-9458-C673971277A9}" srcId="{066CD981-5990-4609-8575-73A84854BF0C}" destId="{FD503190-4C46-410F-B5A1-7FB12F25B771}" srcOrd="1" destOrd="0" parTransId="{3CE624CF-0CB2-4D96-A98C-DD5C9105AAEF}" sibTransId="{89B4D285-BF76-44CE-B3DC-A734A05BB9D4}"/>
    <dgm:cxn modelId="{C117357E-42AC-464F-AE17-D3F6FC37AD93}" type="presOf" srcId="{DD5C6090-A261-4158-B9D7-16839E106098}" destId="{80FA203C-ABC5-4DB9-B840-97C18A057815}" srcOrd="0" destOrd="0" presId="urn:microsoft.com/office/officeart/2005/8/layout/process4"/>
    <dgm:cxn modelId="{6B5F1E95-79D9-42B3-ACAB-661F0076903E}" type="presOf" srcId="{FD503190-4C46-410F-B5A1-7FB12F25B771}" destId="{F3F84DFC-A584-4B12-B1AC-F12FB22F24EC}" srcOrd="0" destOrd="0" presId="urn:microsoft.com/office/officeart/2005/8/layout/process4"/>
    <dgm:cxn modelId="{E8D94ABB-9C99-4C0E-84F4-4CA07C18033E}" srcId="{FD503190-4C46-410F-B5A1-7FB12F25B771}" destId="{DD5C6090-A261-4158-B9D7-16839E106098}" srcOrd="1" destOrd="0" parTransId="{930BD1C1-2D57-455E-8657-84CC43F8E536}" sibTransId="{CEF38A80-D2D2-4934-BBB4-66027853AD37}"/>
    <dgm:cxn modelId="{A33324D3-97E6-43C3-B90C-1E90C2A7EB4E}" srcId="{FD503190-4C46-410F-B5A1-7FB12F25B771}" destId="{D55FB7B5-63B5-4B26-9FE8-FCB691114E1A}" srcOrd="0" destOrd="0" parTransId="{BEDD30EF-87E5-482E-AB81-E97F1EA00D77}" sibTransId="{A61C6F6D-512A-4EBF-B073-477251C4E1BE}"/>
    <dgm:cxn modelId="{3E98DED3-FAC0-4FCC-BC75-CF5FD6B117E3}" type="presOf" srcId="{FD503190-4C46-410F-B5A1-7FB12F25B771}" destId="{6CC9C262-42EC-4D8F-B6DD-A8F471591C7E}" srcOrd="1" destOrd="0" presId="urn:microsoft.com/office/officeart/2005/8/layout/process4"/>
    <dgm:cxn modelId="{AEA199E3-48AD-4366-B8B0-27688661545E}" type="presOf" srcId="{13104E68-8359-4FFE-952B-DF3F2BED9131}" destId="{A522C832-DE2A-43B2-985B-33EEF2E3C7B9}" srcOrd="0" destOrd="0" presId="urn:microsoft.com/office/officeart/2005/8/layout/process4"/>
    <dgm:cxn modelId="{675968CD-15CD-4019-A222-DD2EE2182862}" type="presParOf" srcId="{93C22E49-DDF9-4FFC-BF24-A2D7D98627CA}" destId="{5B349E4C-DBB6-4FB5-8A63-F9FE42EBBD5D}" srcOrd="0" destOrd="0" presId="urn:microsoft.com/office/officeart/2005/8/layout/process4"/>
    <dgm:cxn modelId="{DA6F85E2-168D-40A5-B17C-954EE7615E03}" type="presParOf" srcId="{5B349E4C-DBB6-4FB5-8A63-F9FE42EBBD5D}" destId="{F3F84DFC-A584-4B12-B1AC-F12FB22F24EC}" srcOrd="0" destOrd="0" presId="urn:microsoft.com/office/officeart/2005/8/layout/process4"/>
    <dgm:cxn modelId="{D4A08BC4-B010-4BBF-A0A5-8DE13B286299}" type="presParOf" srcId="{5B349E4C-DBB6-4FB5-8A63-F9FE42EBBD5D}" destId="{6CC9C262-42EC-4D8F-B6DD-A8F471591C7E}" srcOrd="1" destOrd="0" presId="urn:microsoft.com/office/officeart/2005/8/layout/process4"/>
    <dgm:cxn modelId="{72BEBDE5-0DBE-446D-89E5-D305F6E3D40B}" type="presParOf" srcId="{5B349E4C-DBB6-4FB5-8A63-F9FE42EBBD5D}" destId="{D9A03CA1-EC96-4269-B4FC-E0AD731B04A5}" srcOrd="2" destOrd="0" presId="urn:microsoft.com/office/officeart/2005/8/layout/process4"/>
    <dgm:cxn modelId="{BDEC2397-7679-44AB-A605-3CF83BECDAEA}" type="presParOf" srcId="{D9A03CA1-EC96-4269-B4FC-E0AD731B04A5}" destId="{F8EA2AA2-2A99-4FA1-A46B-C9B1D78C4970}" srcOrd="0" destOrd="0" presId="urn:microsoft.com/office/officeart/2005/8/layout/process4"/>
    <dgm:cxn modelId="{797F4CD8-BA11-4D66-99BC-C8B3019B77D6}" type="presParOf" srcId="{D9A03CA1-EC96-4269-B4FC-E0AD731B04A5}" destId="{80FA203C-ABC5-4DB9-B840-97C18A057815}" srcOrd="1" destOrd="0" presId="urn:microsoft.com/office/officeart/2005/8/layout/process4"/>
    <dgm:cxn modelId="{EAB3D955-7F8C-4667-A185-50D6DFC19F3D}" type="presParOf" srcId="{D9A03CA1-EC96-4269-B4FC-E0AD731B04A5}" destId="{A522C832-DE2A-43B2-985B-33EEF2E3C7B9}" srcOrd="2" destOrd="0" presId="urn:microsoft.com/office/officeart/2005/8/layout/process4"/>
    <dgm:cxn modelId="{A9DC66CA-4BAC-4E27-946C-A04B4D2F08BE}" type="presParOf" srcId="{93C22E49-DDF9-4FFC-BF24-A2D7D98627CA}" destId="{B81EA153-41E3-4C7F-8A9F-E2A287E9B337}" srcOrd="1" destOrd="0" presId="urn:microsoft.com/office/officeart/2005/8/layout/process4"/>
    <dgm:cxn modelId="{34676AC3-9241-4E79-8D84-3F470481244D}" type="presParOf" srcId="{93C22E49-DDF9-4FFC-BF24-A2D7D98627CA}" destId="{1C4C33AA-37F4-4E08-8448-2A9BB25D83B6}" srcOrd="2" destOrd="0" presId="urn:microsoft.com/office/officeart/2005/8/layout/process4"/>
    <dgm:cxn modelId="{D4AD9B8F-C21B-4B12-B636-6147D5736D58}" type="presParOf" srcId="{1C4C33AA-37F4-4E08-8448-2A9BB25D83B6}" destId="{77A51390-D9FA-4416-B36A-2091C18DFC1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B20785-A923-44FA-95AE-8A6CC3FF20B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32000E-70C1-424C-8347-CCC575B5BDA9}">
      <dgm:prSet/>
      <dgm:spPr/>
      <dgm:t>
        <a:bodyPr/>
        <a:lstStyle/>
        <a:p>
          <a:r>
            <a:rPr lang="en-US"/>
            <a:t>Chemistry primarily depends on VALENCE electrons</a:t>
          </a:r>
        </a:p>
      </dgm:t>
    </dgm:pt>
    <dgm:pt modelId="{A1BE326E-421F-4226-BAEF-39356BC4B830}" type="parTrans" cxnId="{CEE1D4C6-2F49-4F24-B248-3610592E9988}">
      <dgm:prSet/>
      <dgm:spPr/>
      <dgm:t>
        <a:bodyPr/>
        <a:lstStyle/>
        <a:p>
          <a:endParaRPr lang="en-US"/>
        </a:p>
      </dgm:t>
    </dgm:pt>
    <dgm:pt modelId="{4BD1C8BA-09F2-42EE-AF1A-D6BAE9D20771}" type="sibTrans" cxnId="{CEE1D4C6-2F49-4F24-B248-3610592E9988}">
      <dgm:prSet/>
      <dgm:spPr/>
      <dgm:t>
        <a:bodyPr/>
        <a:lstStyle/>
        <a:p>
          <a:endParaRPr lang="en-US"/>
        </a:p>
      </dgm:t>
    </dgm:pt>
    <dgm:pt modelId="{E16083F5-EE86-4B1F-A73D-040C0C61B1F9}">
      <dgm:prSet/>
      <dgm:spPr/>
      <dgm:t>
        <a:bodyPr/>
        <a:lstStyle/>
        <a:p>
          <a:r>
            <a:rPr lang="en-US"/>
            <a:t>Isotopes have the same base electron shell</a:t>
          </a:r>
        </a:p>
      </dgm:t>
    </dgm:pt>
    <dgm:pt modelId="{D5741302-0319-4FDA-A5F1-5606C72143DA}" type="parTrans" cxnId="{7E965DFC-6AE9-47D6-99E6-5DE44631FC57}">
      <dgm:prSet/>
      <dgm:spPr/>
      <dgm:t>
        <a:bodyPr/>
        <a:lstStyle/>
        <a:p>
          <a:endParaRPr lang="en-US"/>
        </a:p>
      </dgm:t>
    </dgm:pt>
    <dgm:pt modelId="{FB0499AE-CA63-40BE-B7F4-5A1ABD18513C}" type="sibTrans" cxnId="{7E965DFC-6AE9-47D6-99E6-5DE44631FC57}">
      <dgm:prSet/>
      <dgm:spPr/>
      <dgm:t>
        <a:bodyPr/>
        <a:lstStyle/>
        <a:p>
          <a:endParaRPr lang="en-US"/>
        </a:p>
      </dgm:t>
    </dgm:pt>
    <dgm:pt modelId="{E6C42BB6-D807-4C6D-8954-CB6A94BC43A8}">
      <dgm:prSet/>
      <dgm:spPr/>
      <dgm:t>
        <a:bodyPr/>
        <a:lstStyle/>
        <a:p>
          <a:r>
            <a:rPr lang="en-US"/>
            <a:t>Minor relative differences in mass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no difference in chemistry</a:t>
          </a:r>
        </a:p>
      </dgm:t>
    </dgm:pt>
    <dgm:pt modelId="{A13C2E93-26B9-4EC7-B397-836A2FDF1BD8}" type="parTrans" cxnId="{A18A507E-B3E0-446A-86D7-C6780F7480A8}">
      <dgm:prSet/>
      <dgm:spPr/>
      <dgm:t>
        <a:bodyPr/>
        <a:lstStyle/>
        <a:p>
          <a:endParaRPr lang="en-US"/>
        </a:p>
      </dgm:t>
    </dgm:pt>
    <dgm:pt modelId="{AAD99C9B-81FF-4F1C-BDF5-E05BA913DC6F}" type="sibTrans" cxnId="{A18A507E-B3E0-446A-86D7-C6780F7480A8}">
      <dgm:prSet/>
      <dgm:spPr/>
      <dgm:t>
        <a:bodyPr/>
        <a:lstStyle/>
        <a:p>
          <a:endParaRPr lang="en-US"/>
        </a:p>
      </dgm:t>
    </dgm:pt>
    <dgm:pt modelId="{31951802-F45B-4439-9B8C-C1B66579B893}">
      <dgm:prSet/>
      <dgm:spPr/>
      <dgm:t>
        <a:bodyPr/>
        <a:lstStyle/>
        <a:p>
          <a:r>
            <a:rPr lang="en-US"/>
            <a:t>Major relative differences in mass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some effect on chemistry</a:t>
          </a:r>
        </a:p>
      </dgm:t>
    </dgm:pt>
    <dgm:pt modelId="{8A3DE06B-6C74-4081-9F28-1881CADC4BE8}" type="parTrans" cxnId="{0F40A3C8-D1C6-49E3-A6A3-28A0DC9FAA7C}">
      <dgm:prSet/>
      <dgm:spPr/>
      <dgm:t>
        <a:bodyPr/>
        <a:lstStyle/>
        <a:p>
          <a:endParaRPr lang="en-US"/>
        </a:p>
      </dgm:t>
    </dgm:pt>
    <dgm:pt modelId="{F9342F72-4BED-4BE6-8D2D-477F68576AC0}" type="sibTrans" cxnId="{0F40A3C8-D1C6-49E3-A6A3-28A0DC9FAA7C}">
      <dgm:prSet/>
      <dgm:spPr/>
      <dgm:t>
        <a:bodyPr/>
        <a:lstStyle/>
        <a:p>
          <a:endParaRPr lang="en-US"/>
        </a:p>
      </dgm:t>
    </dgm:pt>
    <dgm:pt modelId="{F2C1577C-5CCE-47E2-830B-C7C986E47C02}">
      <dgm:prSet/>
      <dgm:spPr/>
      <dgm:t>
        <a:bodyPr/>
        <a:lstStyle/>
        <a:p>
          <a:r>
            <a:rPr lang="en-US"/>
            <a:t>Tracers use radioactive isotopes to image the body</a:t>
          </a:r>
        </a:p>
      </dgm:t>
    </dgm:pt>
    <dgm:pt modelId="{661FD4BC-0752-4215-88C1-91204417C39F}" type="parTrans" cxnId="{06848102-D29C-4B93-8D40-9F2BC65833C7}">
      <dgm:prSet/>
      <dgm:spPr/>
      <dgm:t>
        <a:bodyPr/>
        <a:lstStyle/>
        <a:p>
          <a:endParaRPr lang="en-US"/>
        </a:p>
      </dgm:t>
    </dgm:pt>
    <dgm:pt modelId="{698A20E3-6E27-4185-ABBF-F6A126C6B718}" type="sibTrans" cxnId="{06848102-D29C-4B93-8D40-9F2BC65833C7}">
      <dgm:prSet/>
      <dgm:spPr/>
      <dgm:t>
        <a:bodyPr/>
        <a:lstStyle/>
        <a:p>
          <a:endParaRPr lang="en-US"/>
        </a:p>
      </dgm:t>
    </dgm:pt>
    <dgm:pt modelId="{E0611C6B-E40D-4A76-A2D3-35B0780607AC}" type="pres">
      <dgm:prSet presAssocID="{1AB20785-A923-44FA-95AE-8A6CC3FF20B0}" presName="vert0" presStyleCnt="0">
        <dgm:presLayoutVars>
          <dgm:dir/>
          <dgm:animOne val="branch"/>
          <dgm:animLvl val="lvl"/>
        </dgm:presLayoutVars>
      </dgm:prSet>
      <dgm:spPr/>
    </dgm:pt>
    <dgm:pt modelId="{32AE16E9-1C6A-499F-A353-32822DEC788D}" type="pres">
      <dgm:prSet presAssocID="{B532000E-70C1-424C-8347-CCC575B5BDA9}" presName="thickLine" presStyleLbl="alignNode1" presStyleIdx="0" presStyleCnt="5"/>
      <dgm:spPr/>
    </dgm:pt>
    <dgm:pt modelId="{0D9467F1-02DE-47D6-9BAD-39A773A31100}" type="pres">
      <dgm:prSet presAssocID="{B532000E-70C1-424C-8347-CCC575B5BDA9}" presName="horz1" presStyleCnt="0"/>
      <dgm:spPr/>
    </dgm:pt>
    <dgm:pt modelId="{619BADE7-A713-4A20-8A7C-F750C967F458}" type="pres">
      <dgm:prSet presAssocID="{B532000E-70C1-424C-8347-CCC575B5BDA9}" presName="tx1" presStyleLbl="revTx" presStyleIdx="0" presStyleCnt="5"/>
      <dgm:spPr/>
    </dgm:pt>
    <dgm:pt modelId="{0094FE94-F36C-4E47-A448-E6AB21F934DE}" type="pres">
      <dgm:prSet presAssocID="{B532000E-70C1-424C-8347-CCC575B5BDA9}" presName="vert1" presStyleCnt="0"/>
      <dgm:spPr/>
    </dgm:pt>
    <dgm:pt modelId="{1CA87CE9-29D2-4052-A381-540456D4F1F5}" type="pres">
      <dgm:prSet presAssocID="{E16083F5-EE86-4B1F-A73D-040C0C61B1F9}" presName="thickLine" presStyleLbl="alignNode1" presStyleIdx="1" presStyleCnt="5"/>
      <dgm:spPr/>
    </dgm:pt>
    <dgm:pt modelId="{8B4C39FD-5AB4-40DE-8D40-510458F7D633}" type="pres">
      <dgm:prSet presAssocID="{E16083F5-EE86-4B1F-A73D-040C0C61B1F9}" presName="horz1" presStyleCnt="0"/>
      <dgm:spPr/>
    </dgm:pt>
    <dgm:pt modelId="{1E99CF5F-5C3E-489C-B9BC-46407E6734E9}" type="pres">
      <dgm:prSet presAssocID="{E16083F5-EE86-4B1F-A73D-040C0C61B1F9}" presName="tx1" presStyleLbl="revTx" presStyleIdx="1" presStyleCnt="5"/>
      <dgm:spPr/>
    </dgm:pt>
    <dgm:pt modelId="{348DB1D4-B5FC-4C31-9292-AA3278B9D98D}" type="pres">
      <dgm:prSet presAssocID="{E16083F5-EE86-4B1F-A73D-040C0C61B1F9}" presName="vert1" presStyleCnt="0"/>
      <dgm:spPr/>
    </dgm:pt>
    <dgm:pt modelId="{F52E087C-B94E-4B94-92D4-8C9A6976CBFE}" type="pres">
      <dgm:prSet presAssocID="{E6C42BB6-D807-4C6D-8954-CB6A94BC43A8}" presName="thickLine" presStyleLbl="alignNode1" presStyleIdx="2" presStyleCnt="5"/>
      <dgm:spPr/>
    </dgm:pt>
    <dgm:pt modelId="{6D16C28C-7F3F-4FD6-BDBD-BABBB07B7B6B}" type="pres">
      <dgm:prSet presAssocID="{E6C42BB6-D807-4C6D-8954-CB6A94BC43A8}" presName="horz1" presStyleCnt="0"/>
      <dgm:spPr/>
    </dgm:pt>
    <dgm:pt modelId="{CD14B9EC-30BF-42BE-91E6-63741919B32F}" type="pres">
      <dgm:prSet presAssocID="{E6C42BB6-D807-4C6D-8954-CB6A94BC43A8}" presName="tx1" presStyleLbl="revTx" presStyleIdx="2" presStyleCnt="5"/>
      <dgm:spPr/>
    </dgm:pt>
    <dgm:pt modelId="{4D3B1F24-DBAD-4C48-91CE-0E2E262E1CB3}" type="pres">
      <dgm:prSet presAssocID="{E6C42BB6-D807-4C6D-8954-CB6A94BC43A8}" presName="vert1" presStyleCnt="0"/>
      <dgm:spPr/>
    </dgm:pt>
    <dgm:pt modelId="{FDE74E9B-5FBB-4926-A8C9-4E7B93174149}" type="pres">
      <dgm:prSet presAssocID="{31951802-F45B-4439-9B8C-C1B66579B893}" presName="thickLine" presStyleLbl="alignNode1" presStyleIdx="3" presStyleCnt="5"/>
      <dgm:spPr/>
    </dgm:pt>
    <dgm:pt modelId="{53F8D848-67F9-4E1D-9E94-74931C626CB1}" type="pres">
      <dgm:prSet presAssocID="{31951802-F45B-4439-9B8C-C1B66579B893}" presName="horz1" presStyleCnt="0"/>
      <dgm:spPr/>
    </dgm:pt>
    <dgm:pt modelId="{E5F9F65A-E550-4756-8F2A-8FCF82354B84}" type="pres">
      <dgm:prSet presAssocID="{31951802-F45B-4439-9B8C-C1B66579B893}" presName="tx1" presStyleLbl="revTx" presStyleIdx="3" presStyleCnt="5"/>
      <dgm:spPr/>
    </dgm:pt>
    <dgm:pt modelId="{C9B892DB-7DB8-4785-956F-936CDB4C3F04}" type="pres">
      <dgm:prSet presAssocID="{31951802-F45B-4439-9B8C-C1B66579B893}" presName="vert1" presStyleCnt="0"/>
      <dgm:spPr/>
    </dgm:pt>
    <dgm:pt modelId="{21FF8473-9C83-4248-8025-18E9B5B209D7}" type="pres">
      <dgm:prSet presAssocID="{F2C1577C-5CCE-47E2-830B-C7C986E47C02}" presName="thickLine" presStyleLbl="alignNode1" presStyleIdx="4" presStyleCnt="5"/>
      <dgm:spPr/>
    </dgm:pt>
    <dgm:pt modelId="{9495074E-AD9D-4AC1-A802-C439E7CBA030}" type="pres">
      <dgm:prSet presAssocID="{F2C1577C-5CCE-47E2-830B-C7C986E47C02}" presName="horz1" presStyleCnt="0"/>
      <dgm:spPr/>
    </dgm:pt>
    <dgm:pt modelId="{09BA8DD6-EBA0-435B-8EFC-12F1A112D467}" type="pres">
      <dgm:prSet presAssocID="{F2C1577C-5CCE-47E2-830B-C7C986E47C02}" presName="tx1" presStyleLbl="revTx" presStyleIdx="4" presStyleCnt="5"/>
      <dgm:spPr/>
    </dgm:pt>
    <dgm:pt modelId="{4A449F0C-FB8E-4B32-88DC-99A5F118347C}" type="pres">
      <dgm:prSet presAssocID="{F2C1577C-5CCE-47E2-830B-C7C986E47C02}" presName="vert1" presStyleCnt="0"/>
      <dgm:spPr/>
    </dgm:pt>
  </dgm:ptLst>
  <dgm:cxnLst>
    <dgm:cxn modelId="{06848102-D29C-4B93-8D40-9F2BC65833C7}" srcId="{1AB20785-A923-44FA-95AE-8A6CC3FF20B0}" destId="{F2C1577C-5CCE-47E2-830B-C7C986E47C02}" srcOrd="4" destOrd="0" parTransId="{661FD4BC-0752-4215-88C1-91204417C39F}" sibTransId="{698A20E3-6E27-4185-ABBF-F6A126C6B718}"/>
    <dgm:cxn modelId="{51EE2B26-955F-4D13-81BA-34B265AFE106}" type="presOf" srcId="{E16083F5-EE86-4B1F-A73D-040C0C61B1F9}" destId="{1E99CF5F-5C3E-489C-B9BC-46407E6734E9}" srcOrd="0" destOrd="0" presId="urn:microsoft.com/office/officeart/2008/layout/LinedList"/>
    <dgm:cxn modelId="{DFA8F627-B21F-444C-B61F-E6BC1C36BEE8}" type="presOf" srcId="{31951802-F45B-4439-9B8C-C1B66579B893}" destId="{E5F9F65A-E550-4756-8F2A-8FCF82354B84}" srcOrd="0" destOrd="0" presId="urn:microsoft.com/office/officeart/2008/layout/LinedList"/>
    <dgm:cxn modelId="{C097EB33-1787-4652-A397-456B26EA7833}" type="presOf" srcId="{B532000E-70C1-424C-8347-CCC575B5BDA9}" destId="{619BADE7-A713-4A20-8A7C-F750C967F458}" srcOrd="0" destOrd="0" presId="urn:microsoft.com/office/officeart/2008/layout/LinedList"/>
    <dgm:cxn modelId="{608AF666-A60F-460A-A811-1BAC65B207F7}" type="presOf" srcId="{1AB20785-A923-44FA-95AE-8A6CC3FF20B0}" destId="{E0611C6B-E40D-4A76-A2D3-35B0780607AC}" srcOrd="0" destOrd="0" presId="urn:microsoft.com/office/officeart/2008/layout/LinedList"/>
    <dgm:cxn modelId="{A18A507E-B3E0-446A-86D7-C6780F7480A8}" srcId="{1AB20785-A923-44FA-95AE-8A6CC3FF20B0}" destId="{E6C42BB6-D807-4C6D-8954-CB6A94BC43A8}" srcOrd="2" destOrd="0" parTransId="{A13C2E93-26B9-4EC7-B397-836A2FDF1BD8}" sibTransId="{AAD99C9B-81FF-4F1C-BDF5-E05BA913DC6F}"/>
    <dgm:cxn modelId="{CEE1D4C6-2F49-4F24-B248-3610592E9988}" srcId="{1AB20785-A923-44FA-95AE-8A6CC3FF20B0}" destId="{B532000E-70C1-424C-8347-CCC575B5BDA9}" srcOrd="0" destOrd="0" parTransId="{A1BE326E-421F-4226-BAEF-39356BC4B830}" sibTransId="{4BD1C8BA-09F2-42EE-AF1A-D6BAE9D20771}"/>
    <dgm:cxn modelId="{0F40A3C8-D1C6-49E3-A6A3-28A0DC9FAA7C}" srcId="{1AB20785-A923-44FA-95AE-8A6CC3FF20B0}" destId="{31951802-F45B-4439-9B8C-C1B66579B893}" srcOrd="3" destOrd="0" parTransId="{8A3DE06B-6C74-4081-9F28-1881CADC4BE8}" sibTransId="{F9342F72-4BED-4BE6-8D2D-477F68576AC0}"/>
    <dgm:cxn modelId="{C129CFCF-7C34-4104-9519-566B6C2CEA8B}" type="presOf" srcId="{E6C42BB6-D807-4C6D-8954-CB6A94BC43A8}" destId="{CD14B9EC-30BF-42BE-91E6-63741919B32F}" srcOrd="0" destOrd="0" presId="urn:microsoft.com/office/officeart/2008/layout/LinedList"/>
    <dgm:cxn modelId="{57D504E6-7814-4A80-87E8-6E2B6919097C}" type="presOf" srcId="{F2C1577C-5CCE-47E2-830B-C7C986E47C02}" destId="{09BA8DD6-EBA0-435B-8EFC-12F1A112D467}" srcOrd="0" destOrd="0" presId="urn:microsoft.com/office/officeart/2008/layout/LinedList"/>
    <dgm:cxn modelId="{7E965DFC-6AE9-47D6-99E6-5DE44631FC57}" srcId="{1AB20785-A923-44FA-95AE-8A6CC3FF20B0}" destId="{E16083F5-EE86-4B1F-A73D-040C0C61B1F9}" srcOrd="1" destOrd="0" parTransId="{D5741302-0319-4FDA-A5F1-5606C72143DA}" sibTransId="{FB0499AE-CA63-40BE-B7F4-5A1ABD18513C}"/>
    <dgm:cxn modelId="{B750EC76-99FC-4EFB-BE87-30712E9D00BE}" type="presParOf" srcId="{E0611C6B-E40D-4A76-A2D3-35B0780607AC}" destId="{32AE16E9-1C6A-499F-A353-32822DEC788D}" srcOrd="0" destOrd="0" presId="urn:microsoft.com/office/officeart/2008/layout/LinedList"/>
    <dgm:cxn modelId="{AA9F61EC-3936-4DA1-AB74-7F035828E3F3}" type="presParOf" srcId="{E0611C6B-E40D-4A76-A2D3-35B0780607AC}" destId="{0D9467F1-02DE-47D6-9BAD-39A773A31100}" srcOrd="1" destOrd="0" presId="urn:microsoft.com/office/officeart/2008/layout/LinedList"/>
    <dgm:cxn modelId="{E8F75CE5-BE0C-4C21-AD58-B865F63648CA}" type="presParOf" srcId="{0D9467F1-02DE-47D6-9BAD-39A773A31100}" destId="{619BADE7-A713-4A20-8A7C-F750C967F458}" srcOrd="0" destOrd="0" presId="urn:microsoft.com/office/officeart/2008/layout/LinedList"/>
    <dgm:cxn modelId="{5C2F551B-CFBB-4EA8-8C9C-3A1EBC3369FE}" type="presParOf" srcId="{0D9467F1-02DE-47D6-9BAD-39A773A31100}" destId="{0094FE94-F36C-4E47-A448-E6AB21F934DE}" srcOrd="1" destOrd="0" presId="urn:microsoft.com/office/officeart/2008/layout/LinedList"/>
    <dgm:cxn modelId="{FBD1F95F-43EF-44F4-8D56-F24ED03A38B1}" type="presParOf" srcId="{E0611C6B-E40D-4A76-A2D3-35B0780607AC}" destId="{1CA87CE9-29D2-4052-A381-540456D4F1F5}" srcOrd="2" destOrd="0" presId="urn:microsoft.com/office/officeart/2008/layout/LinedList"/>
    <dgm:cxn modelId="{3FB77EB7-A32B-4FC2-BCF8-AAFF644A117E}" type="presParOf" srcId="{E0611C6B-E40D-4A76-A2D3-35B0780607AC}" destId="{8B4C39FD-5AB4-40DE-8D40-510458F7D633}" srcOrd="3" destOrd="0" presId="urn:microsoft.com/office/officeart/2008/layout/LinedList"/>
    <dgm:cxn modelId="{FC6C424C-C653-4A08-82C1-0A0D3C335EB5}" type="presParOf" srcId="{8B4C39FD-5AB4-40DE-8D40-510458F7D633}" destId="{1E99CF5F-5C3E-489C-B9BC-46407E6734E9}" srcOrd="0" destOrd="0" presId="urn:microsoft.com/office/officeart/2008/layout/LinedList"/>
    <dgm:cxn modelId="{E2AB71BE-6CD0-4D45-A7EA-4A36B603827C}" type="presParOf" srcId="{8B4C39FD-5AB4-40DE-8D40-510458F7D633}" destId="{348DB1D4-B5FC-4C31-9292-AA3278B9D98D}" srcOrd="1" destOrd="0" presId="urn:microsoft.com/office/officeart/2008/layout/LinedList"/>
    <dgm:cxn modelId="{25957762-10FB-4A6A-8585-F7D439E972C6}" type="presParOf" srcId="{E0611C6B-E40D-4A76-A2D3-35B0780607AC}" destId="{F52E087C-B94E-4B94-92D4-8C9A6976CBFE}" srcOrd="4" destOrd="0" presId="urn:microsoft.com/office/officeart/2008/layout/LinedList"/>
    <dgm:cxn modelId="{2A7F782A-13D3-4C0D-8EAF-10AFD3689E9D}" type="presParOf" srcId="{E0611C6B-E40D-4A76-A2D3-35B0780607AC}" destId="{6D16C28C-7F3F-4FD6-BDBD-BABBB07B7B6B}" srcOrd="5" destOrd="0" presId="urn:microsoft.com/office/officeart/2008/layout/LinedList"/>
    <dgm:cxn modelId="{53494F31-64AA-4F8B-A0E5-E61A69CD0922}" type="presParOf" srcId="{6D16C28C-7F3F-4FD6-BDBD-BABBB07B7B6B}" destId="{CD14B9EC-30BF-42BE-91E6-63741919B32F}" srcOrd="0" destOrd="0" presId="urn:microsoft.com/office/officeart/2008/layout/LinedList"/>
    <dgm:cxn modelId="{D6867232-3736-4D1C-A29B-BDD1FFAC1FF7}" type="presParOf" srcId="{6D16C28C-7F3F-4FD6-BDBD-BABBB07B7B6B}" destId="{4D3B1F24-DBAD-4C48-91CE-0E2E262E1CB3}" srcOrd="1" destOrd="0" presId="urn:microsoft.com/office/officeart/2008/layout/LinedList"/>
    <dgm:cxn modelId="{778F86BE-1CDF-4603-8580-C91A79433B79}" type="presParOf" srcId="{E0611C6B-E40D-4A76-A2D3-35B0780607AC}" destId="{FDE74E9B-5FBB-4926-A8C9-4E7B93174149}" srcOrd="6" destOrd="0" presId="urn:microsoft.com/office/officeart/2008/layout/LinedList"/>
    <dgm:cxn modelId="{670819A7-DDD9-43E9-9399-C2D1B6D16E2F}" type="presParOf" srcId="{E0611C6B-E40D-4A76-A2D3-35B0780607AC}" destId="{53F8D848-67F9-4E1D-9E94-74931C626CB1}" srcOrd="7" destOrd="0" presId="urn:microsoft.com/office/officeart/2008/layout/LinedList"/>
    <dgm:cxn modelId="{9EE76019-F513-432C-9168-367A29BD6894}" type="presParOf" srcId="{53F8D848-67F9-4E1D-9E94-74931C626CB1}" destId="{E5F9F65A-E550-4756-8F2A-8FCF82354B84}" srcOrd="0" destOrd="0" presId="urn:microsoft.com/office/officeart/2008/layout/LinedList"/>
    <dgm:cxn modelId="{398C4075-EFB6-4464-89E6-52D36F8201E3}" type="presParOf" srcId="{53F8D848-67F9-4E1D-9E94-74931C626CB1}" destId="{C9B892DB-7DB8-4785-956F-936CDB4C3F04}" srcOrd="1" destOrd="0" presId="urn:microsoft.com/office/officeart/2008/layout/LinedList"/>
    <dgm:cxn modelId="{FCAAD075-8AFB-4D7B-8412-B38F2E46C508}" type="presParOf" srcId="{E0611C6B-E40D-4A76-A2D3-35B0780607AC}" destId="{21FF8473-9C83-4248-8025-18E9B5B209D7}" srcOrd="8" destOrd="0" presId="urn:microsoft.com/office/officeart/2008/layout/LinedList"/>
    <dgm:cxn modelId="{467569B6-2079-4277-991E-2FCCC29F0DBF}" type="presParOf" srcId="{E0611C6B-E40D-4A76-A2D3-35B0780607AC}" destId="{9495074E-AD9D-4AC1-A802-C439E7CBA030}" srcOrd="9" destOrd="0" presId="urn:microsoft.com/office/officeart/2008/layout/LinedList"/>
    <dgm:cxn modelId="{0DFE7744-9839-40F0-9D4F-DFB0CE58EED6}" type="presParOf" srcId="{9495074E-AD9D-4AC1-A802-C439E7CBA030}" destId="{09BA8DD6-EBA0-435B-8EFC-12F1A112D467}" srcOrd="0" destOrd="0" presId="urn:microsoft.com/office/officeart/2008/layout/LinedList"/>
    <dgm:cxn modelId="{59D58B05-E856-4F64-917E-47E16BA35944}" type="presParOf" srcId="{9495074E-AD9D-4AC1-A802-C439E7CBA030}" destId="{4A449F0C-FB8E-4B32-88DC-99A5F118347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D5FF64-3010-4BAF-9D75-6E5DA5C04D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109C059-CCF9-4D46-834B-713AE2983F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Alpha Emission</a:t>
          </a:r>
        </a:p>
      </dgm:t>
    </dgm:pt>
    <dgm:pt modelId="{2D60B9FF-941A-4E8C-BAF2-FA23F5CFB439}" type="parTrans" cxnId="{6AC058DB-D698-40DD-B36A-2DE23FB74D1F}">
      <dgm:prSet/>
      <dgm:spPr/>
      <dgm:t>
        <a:bodyPr/>
        <a:lstStyle/>
        <a:p>
          <a:endParaRPr lang="en-US"/>
        </a:p>
      </dgm:t>
    </dgm:pt>
    <dgm:pt modelId="{99960E59-57DA-461A-8E83-11213F2AF313}" type="sibTrans" cxnId="{6AC058DB-D698-40DD-B36A-2DE23FB74D1F}">
      <dgm:prSet/>
      <dgm:spPr/>
      <dgm:t>
        <a:bodyPr/>
        <a:lstStyle/>
        <a:p>
          <a:endParaRPr lang="en-US"/>
        </a:p>
      </dgm:t>
    </dgm:pt>
    <dgm:pt modelId="{127F68DC-1DE2-49B5-9BA4-1B34E4D0E0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Beta Emission</a:t>
          </a:r>
        </a:p>
      </dgm:t>
    </dgm:pt>
    <dgm:pt modelId="{766BF8CD-CB9F-4F0D-96DA-A87789693114}" type="parTrans" cxnId="{6345A9B9-83C9-4A07-9B96-789E980BEC29}">
      <dgm:prSet/>
      <dgm:spPr/>
      <dgm:t>
        <a:bodyPr/>
        <a:lstStyle/>
        <a:p>
          <a:endParaRPr lang="en-US"/>
        </a:p>
      </dgm:t>
    </dgm:pt>
    <dgm:pt modelId="{A7F13AB1-A3A0-4A8B-9517-01BE61AE0F36}" type="sibTrans" cxnId="{6345A9B9-83C9-4A07-9B96-789E980BEC29}">
      <dgm:prSet/>
      <dgm:spPr/>
      <dgm:t>
        <a:bodyPr/>
        <a:lstStyle/>
        <a:p>
          <a:endParaRPr lang="en-US"/>
        </a:p>
      </dgm:t>
    </dgm:pt>
    <dgm:pt modelId="{0B452170-2C34-4BF9-8A8C-B5BD99143D8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Electron Emission</a:t>
          </a:r>
        </a:p>
      </dgm:t>
    </dgm:pt>
    <dgm:pt modelId="{7A13DF20-BB8E-468C-9CEF-AE895C7ABDDC}" type="parTrans" cxnId="{1779FE20-2AA9-4F80-AFE4-79D68F2EE4BB}">
      <dgm:prSet/>
      <dgm:spPr/>
      <dgm:t>
        <a:bodyPr/>
        <a:lstStyle/>
        <a:p>
          <a:endParaRPr lang="en-US"/>
        </a:p>
      </dgm:t>
    </dgm:pt>
    <dgm:pt modelId="{A6627299-600C-434D-B2A1-4D494B62BE6E}" type="sibTrans" cxnId="{1779FE20-2AA9-4F80-AFE4-79D68F2EE4BB}">
      <dgm:prSet/>
      <dgm:spPr/>
      <dgm:t>
        <a:bodyPr/>
        <a:lstStyle/>
        <a:p>
          <a:endParaRPr lang="en-US"/>
        </a:p>
      </dgm:t>
    </dgm:pt>
    <dgm:pt modelId="{BDAA0096-2C06-4588-87F3-F0C0A8C64E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Positron Emission</a:t>
          </a:r>
        </a:p>
        <a:p>
          <a:pPr>
            <a:lnSpc>
              <a:spcPct val="100000"/>
            </a:lnSpc>
          </a:pPr>
          <a:r>
            <a:rPr lang="en-US" sz="1800" dirty="0"/>
            <a:t>Internal Conversion</a:t>
          </a:r>
        </a:p>
      </dgm:t>
    </dgm:pt>
    <dgm:pt modelId="{0638DC1D-9695-4D19-AF78-F9E2B5873BC6}" type="parTrans" cxnId="{C77BF685-22A3-443F-882F-B317D5A13AA5}">
      <dgm:prSet/>
      <dgm:spPr/>
      <dgm:t>
        <a:bodyPr/>
        <a:lstStyle/>
        <a:p>
          <a:endParaRPr lang="en-US"/>
        </a:p>
      </dgm:t>
    </dgm:pt>
    <dgm:pt modelId="{5AA83D02-BDBE-426A-923D-E1E1E013A76C}" type="sibTrans" cxnId="{C77BF685-22A3-443F-882F-B317D5A13AA5}">
      <dgm:prSet/>
      <dgm:spPr/>
      <dgm:t>
        <a:bodyPr/>
        <a:lstStyle/>
        <a:p>
          <a:endParaRPr lang="en-US"/>
        </a:p>
      </dgm:t>
    </dgm:pt>
    <dgm:pt modelId="{033E224C-20BE-42DF-9113-DEAE54036F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Gamma Emission</a:t>
          </a:r>
        </a:p>
      </dgm:t>
    </dgm:pt>
    <dgm:pt modelId="{543AA27E-EBC7-442C-8451-3DB543D6F937}" type="parTrans" cxnId="{78E0B8F4-6BA7-4FEB-86A8-8B834FEEF52A}">
      <dgm:prSet/>
      <dgm:spPr/>
      <dgm:t>
        <a:bodyPr/>
        <a:lstStyle/>
        <a:p>
          <a:endParaRPr lang="en-US"/>
        </a:p>
      </dgm:t>
    </dgm:pt>
    <dgm:pt modelId="{D3141991-C2FC-4BE5-99BB-630F7AC566A1}" type="sibTrans" cxnId="{78E0B8F4-6BA7-4FEB-86A8-8B834FEEF52A}">
      <dgm:prSet/>
      <dgm:spPr/>
      <dgm:t>
        <a:bodyPr/>
        <a:lstStyle/>
        <a:p>
          <a:endParaRPr lang="en-US"/>
        </a:p>
      </dgm:t>
    </dgm:pt>
    <dgm:pt modelId="{DCDEECF2-0396-4279-B596-E98EBEC01B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Excited States</a:t>
          </a:r>
        </a:p>
      </dgm:t>
    </dgm:pt>
    <dgm:pt modelId="{9BE227D4-FA3F-484A-8856-263F94B2908A}" type="parTrans" cxnId="{EC4DD3CD-92D3-4702-A2A8-9A380575FDBD}">
      <dgm:prSet/>
      <dgm:spPr/>
      <dgm:t>
        <a:bodyPr/>
        <a:lstStyle/>
        <a:p>
          <a:endParaRPr lang="en-US"/>
        </a:p>
      </dgm:t>
    </dgm:pt>
    <dgm:pt modelId="{246BE664-E51D-4233-81E3-E5CD65A7EB50}" type="sibTrans" cxnId="{EC4DD3CD-92D3-4702-A2A8-9A380575FDBD}">
      <dgm:prSet/>
      <dgm:spPr/>
      <dgm:t>
        <a:bodyPr/>
        <a:lstStyle/>
        <a:p>
          <a:endParaRPr lang="en-US"/>
        </a:p>
      </dgm:t>
    </dgm:pt>
    <dgm:pt modelId="{2373456B-905E-4AE6-B16F-95E7009BE53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Isomeric Transition</a:t>
          </a:r>
        </a:p>
      </dgm:t>
    </dgm:pt>
    <dgm:pt modelId="{F5E2621A-3B38-4A9B-BF6F-3C228DC7D291}" type="parTrans" cxnId="{7C2FD60D-4386-44BF-8E1D-71EC777774CE}">
      <dgm:prSet/>
      <dgm:spPr/>
      <dgm:t>
        <a:bodyPr/>
        <a:lstStyle/>
        <a:p>
          <a:endParaRPr lang="en-US"/>
        </a:p>
      </dgm:t>
    </dgm:pt>
    <dgm:pt modelId="{139F80E0-821E-4A2D-ADC8-9974C86F93DC}" type="sibTrans" cxnId="{7C2FD60D-4386-44BF-8E1D-71EC777774CE}">
      <dgm:prSet/>
      <dgm:spPr/>
      <dgm:t>
        <a:bodyPr/>
        <a:lstStyle/>
        <a:p>
          <a:endParaRPr lang="en-US"/>
        </a:p>
      </dgm:t>
    </dgm:pt>
    <dgm:pt modelId="{D6603EC3-476E-45CB-A43D-D0C33B136EE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Electron Capture</a:t>
          </a:r>
        </a:p>
      </dgm:t>
    </dgm:pt>
    <dgm:pt modelId="{E9FD7D2C-9982-4399-88E1-9833FD7DAF27}" type="parTrans" cxnId="{43BF7A4C-C323-465F-B18F-262D573D5A64}">
      <dgm:prSet/>
      <dgm:spPr/>
      <dgm:t>
        <a:bodyPr/>
        <a:lstStyle/>
        <a:p>
          <a:endParaRPr lang="en-US"/>
        </a:p>
      </dgm:t>
    </dgm:pt>
    <dgm:pt modelId="{F84CDB1C-DBA5-46CC-860F-4E2F715FEA71}" type="sibTrans" cxnId="{43BF7A4C-C323-465F-B18F-262D573D5A64}">
      <dgm:prSet/>
      <dgm:spPr/>
      <dgm:t>
        <a:bodyPr/>
        <a:lstStyle/>
        <a:p>
          <a:endParaRPr lang="en-US"/>
        </a:p>
      </dgm:t>
    </dgm:pt>
    <dgm:pt modelId="{A88A9E5A-10E8-4547-8F44-56298C67EE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Nuclear Fission</a:t>
          </a:r>
        </a:p>
      </dgm:t>
    </dgm:pt>
    <dgm:pt modelId="{87323AD9-AB07-4566-B32E-42ABEBB6D10A}" type="parTrans" cxnId="{57B08A56-E4A8-4896-ADDB-CDA38D06B1DC}">
      <dgm:prSet/>
      <dgm:spPr/>
      <dgm:t>
        <a:bodyPr/>
        <a:lstStyle/>
        <a:p>
          <a:endParaRPr lang="en-US"/>
        </a:p>
      </dgm:t>
    </dgm:pt>
    <dgm:pt modelId="{4DF77CA0-1A4A-49F2-A9CB-E994847A343C}" type="sibTrans" cxnId="{57B08A56-E4A8-4896-ADDB-CDA38D06B1DC}">
      <dgm:prSet/>
      <dgm:spPr/>
      <dgm:t>
        <a:bodyPr/>
        <a:lstStyle/>
        <a:p>
          <a:endParaRPr lang="en-US"/>
        </a:p>
      </dgm:t>
    </dgm:pt>
    <dgm:pt modelId="{128EE98F-EA54-49B3-B832-72D8575EA417}" type="pres">
      <dgm:prSet presAssocID="{3ED5FF64-3010-4BAF-9D75-6E5DA5C04DE6}" presName="root" presStyleCnt="0">
        <dgm:presLayoutVars>
          <dgm:dir/>
          <dgm:resizeHandles val="exact"/>
        </dgm:presLayoutVars>
      </dgm:prSet>
      <dgm:spPr/>
    </dgm:pt>
    <dgm:pt modelId="{F1CC1294-4B82-4884-9FCA-CC8549C2833D}" type="pres">
      <dgm:prSet presAssocID="{5109C059-CCF9-4D46-834B-713AE2983FD7}" presName="compNode" presStyleCnt="0"/>
      <dgm:spPr/>
    </dgm:pt>
    <dgm:pt modelId="{AD31693C-7F68-45AC-BEDF-E641F738F4D8}" type="pres">
      <dgm:prSet presAssocID="{5109C059-CCF9-4D46-834B-713AE2983FD7}" presName="bgRect" presStyleLbl="bgShp" presStyleIdx="0" presStyleCnt="4"/>
      <dgm:spPr>
        <a:solidFill>
          <a:schemeClr val="accent2">
            <a:lumMod val="50000"/>
          </a:schemeClr>
        </a:solidFill>
      </dgm:spPr>
    </dgm:pt>
    <dgm:pt modelId="{A18C0435-50A1-49F3-B787-295B3392E570}" type="pres">
      <dgm:prSet presAssocID="{5109C059-CCF9-4D46-834B-713AE2983FD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33CC515E-49BF-4DC1-85EF-FAE247789CED}" type="pres">
      <dgm:prSet presAssocID="{5109C059-CCF9-4D46-834B-713AE2983FD7}" presName="spaceRect" presStyleCnt="0"/>
      <dgm:spPr/>
    </dgm:pt>
    <dgm:pt modelId="{95D690F0-7E7E-4C97-9E1C-33E5FF19513A}" type="pres">
      <dgm:prSet presAssocID="{5109C059-CCF9-4D46-834B-713AE2983FD7}" presName="parTx" presStyleLbl="revTx" presStyleIdx="0" presStyleCnt="6">
        <dgm:presLayoutVars>
          <dgm:chMax val="0"/>
          <dgm:chPref val="0"/>
        </dgm:presLayoutVars>
      </dgm:prSet>
      <dgm:spPr/>
    </dgm:pt>
    <dgm:pt modelId="{3408BCBE-364D-4B02-B3AD-8A1539CEEE3E}" type="pres">
      <dgm:prSet presAssocID="{99960E59-57DA-461A-8E83-11213F2AF313}" presName="sibTrans" presStyleCnt="0"/>
      <dgm:spPr/>
    </dgm:pt>
    <dgm:pt modelId="{A20886CC-6140-4819-AF3D-AC99BE6F0F0C}" type="pres">
      <dgm:prSet presAssocID="{127F68DC-1DE2-49B5-9BA4-1B34E4D0E0D9}" presName="compNode" presStyleCnt="0"/>
      <dgm:spPr/>
    </dgm:pt>
    <dgm:pt modelId="{65F65184-2128-4D32-BFA0-FBC59EE40FD6}" type="pres">
      <dgm:prSet presAssocID="{127F68DC-1DE2-49B5-9BA4-1B34E4D0E0D9}" presName="bgRect" presStyleLbl="bgShp" presStyleIdx="1" presStyleCnt="4"/>
      <dgm:spPr>
        <a:solidFill>
          <a:schemeClr val="accent3">
            <a:lumMod val="50000"/>
          </a:schemeClr>
        </a:solidFill>
      </dgm:spPr>
    </dgm:pt>
    <dgm:pt modelId="{DD39AD9A-954A-46AE-AD37-311D88AE467F}" type="pres">
      <dgm:prSet presAssocID="{127F68DC-1DE2-49B5-9BA4-1B34E4D0E0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82D2B7A5-EEE4-4B1E-8EE4-A41D382AFF4D}" type="pres">
      <dgm:prSet presAssocID="{127F68DC-1DE2-49B5-9BA4-1B34E4D0E0D9}" presName="spaceRect" presStyleCnt="0"/>
      <dgm:spPr/>
    </dgm:pt>
    <dgm:pt modelId="{C384DF19-CB5A-440C-A1F0-58E6A1B7629E}" type="pres">
      <dgm:prSet presAssocID="{127F68DC-1DE2-49B5-9BA4-1B34E4D0E0D9}" presName="parTx" presStyleLbl="revTx" presStyleIdx="1" presStyleCnt="6">
        <dgm:presLayoutVars>
          <dgm:chMax val="0"/>
          <dgm:chPref val="0"/>
        </dgm:presLayoutVars>
      </dgm:prSet>
      <dgm:spPr/>
    </dgm:pt>
    <dgm:pt modelId="{C4B35DE4-3FB1-473D-93A5-E342AEE6C58C}" type="pres">
      <dgm:prSet presAssocID="{127F68DC-1DE2-49B5-9BA4-1B34E4D0E0D9}" presName="desTx" presStyleLbl="revTx" presStyleIdx="2" presStyleCnt="6">
        <dgm:presLayoutVars/>
      </dgm:prSet>
      <dgm:spPr/>
    </dgm:pt>
    <dgm:pt modelId="{075893EA-5077-4184-A883-CD1DA92BC5EA}" type="pres">
      <dgm:prSet presAssocID="{A7F13AB1-A3A0-4A8B-9517-01BE61AE0F36}" presName="sibTrans" presStyleCnt="0"/>
      <dgm:spPr/>
    </dgm:pt>
    <dgm:pt modelId="{03DAE19E-1FB0-4E1B-B998-5BD9C009EFA6}" type="pres">
      <dgm:prSet presAssocID="{033E224C-20BE-42DF-9113-DEAE54036FA2}" presName="compNode" presStyleCnt="0"/>
      <dgm:spPr/>
    </dgm:pt>
    <dgm:pt modelId="{856E0C77-CEEC-4B6B-9073-948306E74D01}" type="pres">
      <dgm:prSet presAssocID="{033E224C-20BE-42DF-9113-DEAE54036FA2}" presName="bgRect" presStyleLbl="bgShp" presStyleIdx="2" presStyleCnt="4"/>
      <dgm:spPr>
        <a:solidFill>
          <a:schemeClr val="accent4">
            <a:lumMod val="50000"/>
          </a:schemeClr>
        </a:solidFill>
      </dgm:spPr>
    </dgm:pt>
    <dgm:pt modelId="{5C111D46-FF78-4007-8BD5-C9485F0B949B}" type="pres">
      <dgm:prSet presAssocID="{033E224C-20BE-42DF-9113-DEAE54036FA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BDAED12F-4E44-485B-97D6-F871E9CDEB40}" type="pres">
      <dgm:prSet presAssocID="{033E224C-20BE-42DF-9113-DEAE54036FA2}" presName="spaceRect" presStyleCnt="0"/>
      <dgm:spPr/>
    </dgm:pt>
    <dgm:pt modelId="{CBF58193-BD7E-4059-88A0-A7C49BD2C294}" type="pres">
      <dgm:prSet presAssocID="{033E224C-20BE-42DF-9113-DEAE54036FA2}" presName="parTx" presStyleLbl="revTx" presStyleIdx="3" presStyleCnt="6">
        <dgm:presLayoutVars>
          <dgm:chMax val="0"/>
          <dgm:chPref val="0"/>
        </dgm:presLayoutVars>
      </dgm:prSet>
      <dgm:spPr/>
    </dgm:pt>
    <dgm:pt modelId="{D28A82A2-8034-4B1D-9201-2E2372F86FAF}" type="pres">
      <dgm:prSet presAssocID="{033E224C-20BE-42DF-9113-DEAE54036FA2}" presName="desTx" presStyleLbl="revTx" presStyleIdx="4" presStyleCnt="6">
        <dgm:presLayoutVars/>
      </dgm:prSet>
      <dgm:spPr/>
    </dgm:pt>
    <dgm:pt modelId="{74283AFA-202C-45DF-8298-4C5B54BE8706}" type="pres">
      <dgm:prSet presAssocID="{D3141991-C2FC-4BE5-99BB-630F7AC566A1}" presName="sibTrans" presStyleCnt="0"/>
      <dgm:spPr/>
    </dgm:pt>
    <dgm:pt modelId="{3189E493-C8A5-408D-9406-7E347BEDE6BB}" type="pres">
      <dgm:prSet presAssocID="{A88A9E5A-10E8-4547-8F44-56298C67EE27}" presName="compNode" presStyleCnt="0"/>
      <dgm:spPr/>
    </dgm:pt>
    <dgm:pt modelId="{90723607-2367-409C-9E3E-4E270A6712B4}" type="pres">
      <dgm:prSet presAssocID="{A88A9E5A-10E8-4547-8F44-56298C67EE27}" presName="bgRect" presStyleLbl="bgShp" presStyleIdx="3" presStyleCnt="4"/>
      <dgm:spPr>
        <a:solidFill>
          <a:schemeClr val="accent5">
            <a:lumMod val="50000"/>
          </a:schemeClr>
        </a:solidFill>
      </dgm:spPr>
    </dgm:pt>
    <dgm:pt modelId="{57EC676C-2C20-48F0-943C-40581479B4D9}" type="pres">
      <dgm:prSet presAssocID="{A88A9E5A-10E8-4547-8F44-56298C67EE2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53C37F16-39EE-4F2C-BCA8-FBCA9A98EB44}" type="pres">
      <dgm:prSet presAssocID="{A88A9E5A-10E8-4547-8F44-56298C67EE27}" presName="spaceRect" presStyleCnt="0"/>
      <dgm:spPr/>
    </dgm:pt>
    <dgm:pt modelId="{678489D3-2C6F-4C7D-8CA8-96204FF88E05}" type="pres">
      <dgm:prSet presAssocID="{A88A9E5A-10E8-4547-8F44-56298C67EE2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733FA05-185C-43BF-8DF1-913F5C0BB22D}" type="presOf" srcId="{127F68DC-1DE2-49B5-9BA4-1B34E4D0E0D9}" destId="{C384DF19-CB5A-440C-A1F0-58E6A1B7629E}" srcOrd="0" destOrd="0" presId="urn:microsoft.com/office/officeart/2018/2/layout/IconVerticalSolidList"/>
    <dgm:cxn modelId="{7C2FD60D-4386-44BF-8E1D-71EC777774CE}" srcId="{033E224C-20BE-42DF-9113-DEAE54036FA2}" destId="{2373456B-905E-4AE6-B16F-95E7009BE532}" srcOrd="1" destOrd="0" parTransId="{F5E2621A-3B38-4A9B-BF6F-3C228DC7D291}" sibTransId="{139F80E0-821E-4A2D-ADC8-9974C86F93DC}"/>
    <dgm:cxn modelId="{6CCA2713-EBE7-4D86-8351-E782D33CEDFE}" type="presOf" srcId="{5109C059-CCF9-4D46-834B-713AE2983FD7}" destId="{95D690F0-7E7E-4C97-9E1C-33E5FF19513A}" srcOrd="0" destOrd="0" presId="urn:microsoft.com/office/officeart/2018/2/layout/IconVerticalSolidList"/>
    <dgm:cxn modelId="{1779FE20-2AA9-4F80-AFE4-79D68F2EE4BB}" srcId="{127F68DC-1DE2-49B5-9BA4-1B34E4D0E0D9}" destId="{0B452170-2C34-4BF9-8A8C-B5BD99143D81}" srcOrd="0" destOrd="0" parTransId="{7A13DF20-BB8E-468C-9CEF-AE895C7ABDDC}" sibTransId="{A6627299-600C-434D-B2A1-4D494B62BE6E}"/>
    <dgm:cxn modelId="{83E94224-668D-42C6-89CE-E47909CB117E}" type="presOf" srcId="{A88A9E5A-10E8-4547-8F44-56298C67EE27}" destId="{678489D3-2C6F-4C7D-8CA8-96204FF88E05}" srcOrd="0" destOrd="0" presId="urn:microsoft.com/office/officeart/2018/2/layout/IconVerticalSolidList"/>
    <dgm:cxn modelId="{3000D637-A91E-40B1-B7D2-F016F48FB722}" type="presOf" srcId="{3ED5FF64-3010-4BAF-9D75-6E5DA5C04DE6}" destId="{128EE98F-EA54-49B3-B832-72D8575EA417}" srcOrd="0" destOrd="0" presId="urn:microsoft.com/office/officeart/2018/2/layout/IconVerticalSolidList"/>
    <dgm:cxn modelId="{43BF7A4C-C323-465F-B18F-262D573D5A64}" srcId="{033E224C-20BE-42DF-9113-DEAE54036FA2}" destId="{D6603EC3-476E-45CB-A43D-D0C33B136EE8}" srcOrd="2" destOrd="0" parTransId="{E9FD7D2C-9982-4399-88E1-9833FD7DAF27}" sibTransId="{F84CDB1C-DBA5-46CC-860F-4E2F715FEA71}"/>
    <dgm:cxn modelId="{57B08A56-E4A8-4896-ADDB-CDA38D06B1DC}" srcId="{3ED5FF64-3010-4BAF-9D75-6E5DA5C04DE6}" destId="{A88A9E5A-10E8-4547-8F44-56298C67EE27}" srcOrd="3" destOrd="0" parTransId="{87323AD9-AB07-4566-B32E-42ABEBB6D10A}" sibTransId="{4DF77CA0-1A4A-49F2-A9CB-E994847A343C}"/>
    <dgm:cxn modelId="{27AF1083-ABB9-4B9C-B1EC-D829A65A81C6}" type="presOf" srcId="{BDAA0096-2C06-4588-87F3-F0C0A8C64E68}" destId="{C4B35DE4-3FB1-473D-93A5-E342AEE6C58C}" srcOrd="0" destOrd="1" presId="urn:microsoft.com/office/officeart/2018/2/layout/IconVerticalSolidList"/>
    <dgm:cxn modelId="{C77BF685-22A3-443F-882F-B317D5A13AA5}" srcId="{127F68DC-1DE2-49B5-9BA4-1B34E4D0E0D9}" destId="{BDAA0096-2C06-4588-87F3-F0C0A8C64E68}" srcOrd="1" destOrd="0" parTransId="{0638DC1D-9695-4D19-AF78-F9E2B5873BC6}" sibTransId="{5AA83D02-BDBE-426A-923D-E1E1E013A76C}"/>
    <dgm:cxn modelId="{28E3E5B1-2389-4D1D-A311-BD2D19FFB567}" type="presOf" srcId="{2373456B-905E-4AE6-B16F-95E7009BE532}" destId="{D28A82A2-8034-4B1D-9201-2E2372F86FAF}" srcOrd="0" destOrd="1" presId="urn:microsoft.com/office/officeart/2018/2/layout/IconVerticalSolidList"/>
    <dgm:cxn modelId="{330246B9-3D17-4615-9DC0-112A976FFB60}" type="presOf" srcId="{0B452170-2C34-4BF9-8A8C-B5BD99143D81}" destId="{C4B35DE4-3FB1-473D-93A5-E342AEE6C58C}" srcOrd="0" destOrd="0" presId="urn:microsoft.com/office/officeart/2018/2/layout/IconVerticalSolidList"/>
    <dgm:cxn modelId="{6345A9B9-83C9-4A07-9B96-789E980BEC29}" srcId="{3ED5FF64-3010-4BAF-9D75-6E5DA5C04DE6}" destId="{127F68DC-1DE2-49B5-9BA4-1B34E4D0E0D9}" srcOrd="1" destOrd="0" parTransId="{766BF8CD-CB9F-4F0D-96DA-A87789693114}" sibTransId="{A7F13AB1-A3A0-4A8B-9517-01BE61AE0F36}"/>
    <dgm:cxn modelId="{BC1C48C1-5E20-40C2-A890-CAACEB17A6CE}" type="presOf" srcId="{D6603EC3-476E-45CB-A43D-D0C33B136EE8}" destId="{D28A82A2-8034-4B1D-9201-2E2372F86FAF}" srcOrd="0" destOrd="2" presId="urn:microsoft.com/office/officeart/2018/2/layout/IconVerticalSolidList"/>
    <dgm:cxn modelId="{6F630FCA-6C18-4338-A97B-0E1D312E169E}" type="presOf" srcId="{033E224C-20BE-42DF-9113-DEAE54036FA2}" destId="{CBF58193-BD7E-4059-88A0-A7C49BD2C294}" srcOrd="0" destOrd="0" presId="urn:microsoft.com/office/officeart/2018/2/layout/IconVerticalSolidList"/>
    <dgm:cxn modelId="{EC4DD3CD-92D3-4702-A2A8-9A380575FDBD}" srcId="{033E224C-20BE-42DF-9113-DEAE54036FA2}" destId="{DCDEECF2-0396-4279-B596-E98EBEC01B64}" srcOrd="0" destOrd="0" parTransId="{9BE227D4-FA3F-484A-8856-263F94B2908A}" sibTransId="{246BE664-E51D-4233-81E3-E5CD65A7EB50}"/>
    <dgm:cxn modelId="{6AC058DB-D698-40DD-B36A-2DE23FB74D1F}" srcId="{3ED5FF64-3010-4BAF-9D75-6E5DA5C04DE6}" destId="{5109C059-CCF9-4D46-834B-713AE2983FD7}" srcOrd="0" destOrd="0" parTransId="{2D60B9FF-941A-4E8C-BAF2-FA23F5CFB439}" sibTransId="{99960E59-57DA-461A-8E83-11213F2AF313}"/>
    <dgm:cxn modelId="{78E0B8F4-6BA7-4FEB-86A8-8B834FEEF52A}" srcId="{3ED5FF64-3010-4BAF-9D75-6E5DA5C04DE6}" destId="{033E224C-20BE-42DF-9113-DEAE54036FA2}" srcOrd="2" destOrd="0" parTransId="{543AA27E-EBC7-442C-8451-3DB543D6F937}" sibTransId="{D3141991-C2FC-4BE5-99BB-630F7AC566A1}"/>
    <dgm:cxn modelId="{DF14E1FD-7FD9-42F6-85C7-9E71D43E7483}" type="presOf" srcId="{DCDEECF2-0396-4279-B596-E98EBEC01B64}" destId="{D28A82A2-8034-4B1D-9201-2E2372F86FAF}" srcOrd="0" destOrd="0" presId="urn:microsoft.com/office/officeart/2018/2/layout/IconVerticalSolidList"/>
    <dgm:cxn modelId="{54434066-1141-47C8-9287-5F6E0665FF02}" type="presParOf" srcId="{128EE98F-EA54-49B3-B832-72D8575EA417}" destId="{F1CC1294-4B82-4884-9FCA-CC8549C2833D}" srcOrd="0" destOrd="0" presId="urn:microsoft.com/office/officeart/2018/2/layout/IconVerticalSolidList"/>
    <dgm:cxn modelId="{3802701D-392D-4BA6-B572-7FBEE5A3E7DA}" type="presParOf" srcId="{F1CC1294-4B82-4884-9FCA-CC8549C2833D}" destId="{AD31693C-7F68-45AC-BEDF-E641F738F4D8}" srcOrd="0" destOrd="0" presId="urn:microsoft.com/office/officeart/2018/2/layout/IconVerticalSolidList"/>
    <dgm:cxn modelId="{CE51B797-2739-42EA-9029-69CD5E8A82D3}" type="presParOf" srcId="{F1CC1294-4B82-4884-9FCA-CC8549C2833D}" destId="{A18C0435-50A1-49F3-B787-295B3392E570}" srcOrd="1" destOrd="0" presId="urn:microsoft.com/office/officeart/2018/2/layout/IconVerticalSolidList"/>
    <dgm:cxn modelId="{CE5DF2D9-8AF9-4F6B-AF09-969F73F86829}" type="presParOf" srcId="{F1CC1294-4B82-4884-9FCA-CC8549C2833D}" destId="{33CC515E-49BF-4DC1-85EF-FAE247789CED}" srcOrd="2" destOrd="0" presId="urn:microsoft.com/office/officeart/2018/2/layout/IconVerticalSolidList"/>
    <dgm:cxn modelId="{3E136548-98EE-4F14-8438-78F4CAD4374B}" type="presParOf" srcId="{F1CC1294-4B82-4884-9FCA-CC8549C2833D}" destId="{95D690F0-7E7E-4C97-9E1C-33E5FF19513A}" srcOrd="3" destOrd="0" presId="urn:microsoft.com/office/officeart/2018/2/layout/IconVerticalSolidList"/>
    <dgm:cxn modelId="{FE83C68C-49C9-41D4-87FB-668AB8BC9B9A}" type="presParOf" srcId="{128EE98F-EA54-49B3-B832-72D8575EA417}" destId="{3408BCBE-364D-4B02-B3AD-8A1539CEEE3E}" srcOrd="1" destOrd="0" presId="urn:microsoft.com/office/officeart/2018/2/layout/IconVerticalSolidList"/>
    <dgm:cxn modelId="{71F7A5EA-575D-44C6-9A50-B138AC00BD0D}" type="presParOf" srcId="{128EE98F-EA54-49B3-B832-72D8575EA417}" destId="{A20886CC-6140-4819-AF3D-AC99BE6F0F0C}" srcOrd="2" destOrd="0" presId="urn:microsoft.com/office/officeart/2018/2/layout/IconVerticalSolidList"/>
    <dgm:cxn modelId="{F4C76277-D62B-4000-BA32-75251AC9CC36}" type="presParOf" srcId="{A20886CC-6140-4819-AF3D-AC99BE6F0F0C}" destId="{65F65184-2128-4D32-BFA0-FBC59EE40FD6}" srcOrd="0" destOrd="0" presId="urn:microsoft.com/office/officeart/2018/2/layout/IconVerticalSolidList"/>
    <dgm:cxn modelId="{80B740C2-4237-4C83-8141-F6D2465F5A54}" type="presParOf" srcId="{A20886CC-6140-4819-AF3D-AC99BE6F0F0C}" destId="{DD39AD9A-954A-46AE-AD37-311D88AE467F}" srcOrd="1" destOrd="0" presId="urn:microsoft.com/office/officeart/2018/2/layout/IconVerticalSolidList"/>
    <dgm:cxn modelId="{AE767E96-6953-455F-9CC6-C9BCE3C2EEED}" type="presParOf" srcId="{A20886CC-6140-4819-AF3D-AC99BE6F0F0C}" destId="{82D2B7A5-EEE4-4B1E-8EE4-A41D382AFF4D}" srcOrd="2" destOrd="0" presId="urn:microsoft.com/office/officeart/2018/2/layout/IconVerticalSolidList"/>
    <dgm:cxn modelId="{59A047D0-A5B2-4114-838B-8B631C7E5E03}" type="presParOf" srcId="{A20886CC-6140-4819-AF3D-AC99BE6F0F0C}" destId="{C384DF19-CB5A-440C-A1F0-58E6A1B7629E}" srcOrd="3" destOrd="0" presId="urn:microsoft.com/office/officeart/2018/2/layout/IconVerticalSolidList"/>
    <dgm:cxn modelId="{8156A197-FC18-4CAE-B2AF-AB2E06C3A6EA}" type="presParOf" srcId="{A20886CC-6140-4819-AF3D-AC99BE6F0F0C}" destId="{C4B35DE4-3FB1-473D-93A5-E342AEE6C58C}" srcOrd="4" destOrd="0" presId="urn:microsoft.com/office/officeart/2018/2/layout/IconVerticalSolidList"/>
    <dgm:cxn modelId="{68676C90-636B-42AF-B05A-18EC3E2A8D80}" type="presParOf" srcId="{128EE98F-EA54-49B3-B832-72D8575EA417}" destId="{075893EA-5077-4184-A883-CD1DA92BC5EA}" srcOrd="3" destOrd="0" presId="urn:microsoft.com/office/officeart/2018/2/layout/IconVerticalSolidList"/>
    <dgm:cxn modelId="{3833B97A-CCCE-4656-9ABC-26FA0741268B}" type="presParOf" srcId="{128EE98F-EA54-49B3-B832-72D8575EA417}" destId="{03DAE19E-1FB0-4E1B-B998-5BD9C009EFA6}" srcOrd="4" destOrd="0" presId="urn:microsoft.com/office/officeart/2018/2/layout/IconVerticalSolidList"/>
    <dgm:cxn modelId="{4CD1CED9-868A-4219-A0CD-2A25F768F1AF}" type="presParOf" srcId="{03DAE19E-1FB0-4E1B-B998-5BD9C009EFA6}" destId="{856E0C77-CEEC-4B6B-9073-948306E74D01}" srcOrd="0" destOrd="0" presId="urn:microsoft.com/office/officeart/2018/2/layout/IconVerticalSolidList"/>
    <dgm:cxn modelId="{A87354B0-BBBB-423F-8BCC-41DBA148F0B9}" type="presParOf" srcId="{03DAE19E-1FB0-4E1B-B998-5BD9C009EFA6}" destId="{5C111D46-FF78-4007-8BD5-C9485F0B949B}" srcOrd="1" destOrd="0" presId="urn:microsoft.com/office/officeart/2018/2/layout/IconVerticalSolidList"/>
    <dgm:cxn modelId="{CA0737B8-BF18-4392-89AC-F379DCA8C1EE}" type="presParOf" srcId="{03DAE19E-1FB0-4E1B-B998-5BD9C009EFA6}" destId="{BDAED12F-4E44-485B-97D6-F871E9CDEB40}" srcOrd="2" destOrd="0" presId="urn:microsoft.com/office/officeart/2018/2/layout/IconVerticalSolidList"/>
    <dgm:cxn modelId="{4E5FA3BB-98FA-406C-A86E-9F28652BACCC}" type="presParOf" srcId="{03DAE19E-1FB0-4E1B-B998-5BD9C009EFA6}" destId="{CBF58193-BD7E-4059-88A0-A7C49BD2C294}" srcOrd="3" destOrd="0" presId="urn:microsoft.com/office/officeart/2018/2/layout/IconVerticalSolidList"/>
    <dgm:cxn modelId="{A2F53272-77E5-401A-978D-B107C16DD54D}" type="presParOf" srcId="{03DAE19E-1FB0-4E1B-B998-5BD9C009EFA6}" destId="{D28A82A2-8034-4B1D-9201-2E2372F86FAF}" srcOrd="4" destOrd="0" presId="urn:microsoft.com/office/officeart/2018/2/layout/IconVerticalSolidList"/>
    <dgm:cxn modelId="{FBCDD826-3723-43C7-BD55-7AF00D283A8C}" type="presParOf" srcId="{128EE98F-EA54-49B3-B832-72D8575EA417}" destId="{74283AFA-202C-45DF-8298-4C5B54BE8706}" srcOrd="5" destOrd="0" presId="urn:microsoft.com/office/officeart/2018/2/layout/IconVerticalSolidList"/>
    <dgm:cxn modelId="{98922535-D719-4ABA-B946-21CE35B44CF7}" type="presParOf" srcId="{128EE98F-EA54-49B3-B832-72D8575EA417}" destId="{3189E493-C8A5-408D-9406-7E347BEDE6BB}" srcOrd="6" destOrd="0" presId="urn:microsoft.com/office/officeart/2018/2/layout/IconVerticalSolidList"/>
    <dgm:cxn modelId="{F8F8940F-B095-41B9-9365-587E70DFAFAF}" type="presParOf" srcId="{3189E493-C8A5-408D-9406-7E347BEDE6BB}" destId="{90723607-2367-409C-9E3E-4E270A6712B4}" srcOrd="0" destOrd="0" presId="urn:microsoft.com/office/officeart/2018/2/layout/IconVerticalSolidList"/>
    <dgm:cxn modelId="{616E51C0-CE35-434E-9537-22CE43B37CE1}" type="presParOf" srcId="{3189E493-C8A5-408D-9406-7E347BEDE6BB}" destId="{57EC676C-2C20-48F0-943C-40581479B4D9}" srcOrd="1" destOrd="0" presId="urn:microsoft.com/office/officeart/2018/2/layout/IconVerticalSolidList"/>
    <dgm:cxn modelId="{C46DFC97-7B79-4027-B197-9BA890F769B2}" type="presParOf" srcId="{3189E493-C8A5-408D-9406-7E347BEDE6BB}" destId="{53C37F16-39EE-4F2C-BCA8-FBCA9A98EB44}" srcOrd="2" destOrd="0" presId="urn:microsoft.com/office/officeart/2018/2/layout/IconVerticalSolidList"/>
    <dgm:cxn modelId="{624188CF-630D-4536-AD3B-574C2CDD2AA7}" type="presParOf" srcId="{3189E493-C8A5-408D-9406-7E347BEDE6BB}" destId="{678489D3-2C6F-4C7D-8CA8-96204FF88E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7669D7-0696-45C5-AEA6-CB384C5EC288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3251217-7A4B-4DD6-B189-FBA667AC1F50}">
      <dgm:prSet/>
      <dgm:spPr/>
      <dgm:t>
        <a:bodyPr/>
        <a:lstStyle/>
        <a:p>
          <a:r>
            <a:rPr lang="en-US"/>
            <a:t>Given what we know about the “tug-of-war” for stability, what is the imbalance that leads to alpha-particle decay?</a:t>
          </a:r>
        </a:p>
      </dgm:t>
    </dgm:pt>
    <dgm:pt modelId="{957D3219-147E-4054-BE11-BD5F0DFEF778}" type="parTrans" cxnId="{1F853D72-EDB7-44E1-A134-4A3BC77F8D21}">
      <dgm:prSet/>
      <dgm:spPr/>
      <dgm:t>
        <a:bodyPr/>
        <a:lstStyle/>
        <a:p>
          <a:endParaRPr lang="en-US"/>
        </a:p>
      </dgm:t>
    </dgm:pt>
    <dgm:pt modelId="{DE89E726-0404-4B79-9823-F1F8F691FE73}" type="sibTrans" cxnId="{1F853D72-EDB7-44E1-A134-4A3BC77F8D21}">
      <dgm:prSet/>
      <dgm:spPr/>
      <dgm:t>
        <a:bodyPr/>
        <a:lstStyle/>
        <a:p>
          <a:endParaRPr lang="en-US"/>
        </a:p>
      </dgm:t>
    </dgm:pt>
    <dgm:pt modelId="{68671850-B061-48E6-ADB5-4FE2DEE83454}">
      <dgm:prSet/>
      <dgm:spPr/>
      <dgm:t>
        <a:bodyPr/>
        <a:lstStyle/>
        <a:p>
          <a:r>
            <a:rPr lang="en-US"/>
            <a:t>Repulsive forces are too great (electromagnetic force between protons to great, not enough neutrons to balance things out); this is reflected in the LINE OF STABILITY</a:t>
          </a:r>
        </a:p>
      </dgm:t>
    </dgm:pt>
    <dgm:pt modelId="{84535679-146B-4E60-9337-225229870ACB}" type="parTrans" cxnId="{3E0916CF-1504-4B3D-A2A1-B114F647EFD5}">
      <dgm:prSet/>
      <dgm:spPr/>
      <dgm:t>
        <a:bodyPr/>
        <a:lstStyle/>
        <a:p>
          <a:endParaRPr lang="en-US"/>
        </a:p>
      </dgm:t>
    </dgm:pt>
    <dgm:pt modelId="{79F5BEF6-8CC4-464F-AFFB-A988CF309257}" type="sibTrans" cxnId="{3E0916CF-1504-4B3D-A2A1-B114F647EFD5}">
      <dgm:prSet/>
      <dgm:spPr/>
      <dgm:t>
        <a:bodyPr/>
        <a:lstStyle/>
        <a:p>
          <a:endParaRPr lang="en-US"/>
        </a:p>
      </dgm:t>
    </dgm:pt>
    <dgm:pt modelId="{E9D8C254-225C-40DB-AC04-15F765643064}" type="pres">
      <dgm:prSet presAssocID="{D47669D7-0696-45C5-AEA6-CB384C5EC288}" presName="Name0" presStyleCnt="0">
        <dgm:presLayoutVars>
          <dgm:dir/>
          <dgm:animLvl val="lvl"/>
          <dgm:resizeHandles val="exact"/>
        </dgm:presLayoutVars>
      </dgm:prSet>
      <dgm:spPr/>
    </dgm:pt>
    <dgm:pt modelId="{D9D24535-C9A0-49D7-935A-62EA3203CC05}" type="pres">
      <dgm:prSet presAssocID="{68671850-B061-48E6-ADB5-4FE2DEE83454}" presName="boxAndChildren" presStyleCnt="0"/>
      <dgm:spPr/>
    </dgm:pt>
    <dgm:pt modelId="{5FEADE63-E7EE-47D1-8A5B-71E6AAE613A1}" type="pres">
      <dgm:prSet presAssocID="{68671850-B061-48E6-ADB5-4FE2DEE83454}" presName="parentTextBox" presStyleLbl="node1" presStyleIdx="0" presStyleCnt="2"/>
      <dgm:spPr/>
    </dgm:pt>
    <dgm:pt modelId="{FECD919F-A40F-4DD2-A4AB-71BBF4B85ACD}" type="pres">
      <dgm:prSet presAssocID="{DE89E726-0404-4B79-9823-F1F8F691FE73}" presName="sp" presStyleCnt="0"/>
      <dgm:spPr/>
    </dgm:pt>
    <dgm:pt modelId="{AEDA6D9F-8E63-4CFD-A445-33F71B923F84}" type="pres">
      <dgm:prSet presAssocID="{53251217-7A4B-4DD6-B189-FBA667AC1F50}" presName="arrowAndChildren" presStyleCnt="0"/>
      <dgm:spPr/>
    </dgm:pt>
    <dgm:pt modelId="{654E39BB-BA64-415B-B2C2-E822927EFA8E}" type="pres">
      <dgm:prSet presAssocID="{53251217-7A4B-4DD6-B189-FBA667AC1F50}" presName="parentTextArrow" presStyleLbl="node1" presStyleIdx="1" presStyleCnt="2"/>
      <dgm:spPr/>
    </dgm:pt>
  </dgm:ptLst>
  <dgm:cxnLst>
    <dgm:cxn modelId="{D2F06C08-967B-4C70-A2EB-5C83BD4E93F8}" type="presOf" srcId="{53251217-7A4B-4DD6-B189-FBA667AC1F50}" destId="{654E39BB-BA64-415B-B2C2-E822927EFA8E}" srcOrd="0" destOrd="0" presId="urn:microsoft.com/office/officeart/2005/8/layout/process4"/>
    <dgm:cxn modelId="{9D100625-9816-4393-A462-FEFEFC4F6BF9}" type="presOf" srcId="{D47669D7-0696-45C5-AEA6-CB384C5EC288}" destId="{E9D8C254-225C-40DB-AC04-15F765643064}" srcOrd="0" destOrd="0" presId="urn:microsoft.com/office/officeart/2005/8/layout/process4"/>
    <dgm:cxn modelId="{5A872E61-26CF-44A6-9E39-37C9410DDCAD}" type="presOf" srcId="{68671850-B061-48E6-ADB5-4FE2DEE83454}" destId="{5FEADE63-E7EE-47D1-8A5B-71E6AAE613A1}" srcOrd="0" destOrd="0" presId="urn:microsoft.com/office/officeart/2005/8/layout/process4"/>
    <dgm:cxn modelId="{1F853D72-EDB7-44E1-A134-4A3BC77F8D21}" srcId="{D47669D7-0696-45C5-AEA6-CB384C5EC288}" destId="{53251217-7A4B-4DD6-B189-FBA667AC1F50}" srcOrd="0" destOrd="0" parTransId="{957D3219-147E-4054-BE11-BD5F0DFEF778}" sibTransId="{DE89E726-0404-4B79-9823-F1F8F691FE73}"/>
    <dgm:cxn modelId="{3E0916CF-1504-4B3D-A2A1-B114F647EFD5}" srcId="{D47669D7-0696-45C5-AEA6-CB384C5EC288}" destId="{68671850-B061-48E6-ADB5-4FE2DEE83454}" srcOrd="1" destOrd="0" parTransId="{84535679-146B-4E60-9337-225229870ACB}" sibTransId="{79F5BEF6-8CC4-464F-AFFB-A988CF309257}"/>
    <dgm:cxn modelId="{13C33FBD-59B3-409F-A167-C8A7AFDF7DE5}" type="presParOf" srcId="{E9D8C254-225C-40DB-AC04-15F765643064}" destId="{D9D24535-C9A0-49D7-935A-62EA3203CC05}" srcOrd="0" destOrd="0" presId="urn:microsoft.com/office/officeart/2005/8/layout/process4"/>
    <dgm:cxn modelId="{3BBCC5FC-0C56-4993-A1C6-EF885EE0C529}" type="presParOf" srcId="{D9D24535-C9A0-49D7-935A-62EA3203CC05}" destId="{5FEADE63-E7EE-47D1-8A5B-71E6AAE613A1}" srcOrd="0" destOrd="0" presId="urn:microsoft.com/office/officeart/2005/8/layout/process4"/>
    <dgm:cxn modelId="{8B0CD60D-B89C-48CC-A422-3FB98A46A347}" type="presParOf" srcId="{E9D8C254-225C-40DB-AC04-15F765643064}" destId="{FECD919F-A40F-4DD2-A4AB-71BBF4B85ACD}" srcOrd="1" destOrd="0" presId="urn:microsoft.com/office/officeart/2005/8/layout/process4"/>
    <dgm:cxn modelId="{61FB382E-B832-417C-A7A0-090C9DD71CC5}" type="presParOf" srcId="{E9D8C254-225C-40DB-AC04-15F765643064}" destId="{AEDA6D9F-8E63-4CFD-A445-33F71B923F84}" srcOrd="2" destOrd="0" presId="urn:microsoft.com/office/officeart/2005/8/layout/process4"/>
    <dgm:cxn modelId="{0E71DE9D-6753-4B23-8B9E-97B5BA2EB0A1}" type="presParOf" srcId="{AEDA6D9F-8E63-4CFD-A445-33F71B923F84}" destId="{654E39BB-BA64-415B-B2C2-E822927EFA8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9C262-42EC-4D8F-B6DD-A8F471591C7E}">
      <dsp:nvSpPr>
        <dsp:cNvPr id="0" name=""/>
        <dsp:cNvSpPr/>
      </dsp:nvSpPr>
      <dsp:spPr>
        <a:xfrm>
          <a:off x="0" y="2973293"/>
          <a:ext cx="6479357" cy="19508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Three modes of reaching stability:</a:t>
          </a:r>
        </a:p>
      </dsp:txBody>
      <dsp:txXfrm>
        <a:off x="0" y="2973293"/>
        <a:ext cx="6479357" cy="1053433"/>
      </dsp:txXfrm>
    </dsp:sp>
    <dsp:sp modelId="{F8EA2AA2-2A99-4FA1-A46B-C9B1D78C4970}">
      <dsp:nvSpPr>
        <dsp:cNvPr id="0" name=""/>
        <dsp:cNvSpPr/>
      </dsp:nvSpPr>
      <dsp:spPr>
        <a:xfrm>
          <a:off x="3163" y="3987711"/>
          <a:ext cx="2157676" cy="89736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Fission</a:t>
          </a:r>
        </a:p>
      </dsp:txBody>
      <dsp:txXfrm>
        <a:off x="3163" y="3987711"/>
        <a:ext cx="2157676" cy="897369"/>
      </dsp:txXfrm>
    </dsp:sp>
    <dsp:sp modelId="{80FA203C-ABC5-4DB9-B840-97C18A057815}">
      <dsp:nvSpPr>
        <dsp:cNvPr id="0" name=""/>
        <dsp:cNvSpPr/>
      </dsp:nvSpPr>
      <dsp:spPr>
        <a:xfrm>
          <a:off x="2160840" y="3987711"/>
          <a:ext cx="2157676" cy="897369"/>
        </a:xfrm>
        <a:prstGeom prst="rect">
          <a:avLst/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Fusion</a:t>
          </a:r>
        </a:p>
      </dsp:txBody>
      <dsp:txXfrm>
        <a:off x="2160840" y="3987711"/>
        <a:ext cx="2157676" cy="897369"/>
      </dsp:txXfrm>
    </dsp:sp>
    <dsp:sp modelId="{A522C832-DE2A-43B2-985B-33EEF2E3C7B9}">
      <dsp:nvSpPr>
        <dsp:cNvPr id="0" name=""/>
        <dsp:cNvSpPr/>
      </dsp:nvSpPr>
      <dsp:spPr>
        <a:xfrm>
          <a:off x="4318516" y="3987711"/>
          <a:ext cx="2157676" cy="897369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Radioactive Decay</a:t>
          </a:r>
          <a:endParaRPr lang="en-US" sz="2700" kern="1200"/>
        </a:p>
      </dsp:txBody>
      <dsp:txXfrm>
        <a:off x="4318516" y="3987711"/>
        <a:ext cx="2157676" cy="897369"/>
      </dsp:txXfrm>
    </dsp:sp>
    <dsp:sp modelId="{77A51390-D9FA-4416-B36A-2091C18DFC18}">
      <dsp:nvSpPr>
        <dsp:cNvPr id="0" name=""/>
        <dsp:cNvSpPr/>
      </dsp:nvSpPr>
      <dsp:spPr>
        <a:xfrm rot="10800000">
          <a:off x="0" y="2221"/>
          <a:ext cx="6479357" cy="3000334"/>
        </a:xfrm>
        <a:prstGeom prst="upArrowCallou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When nuclear forces are unbalanced, the nucleus is UNSTABLE</a:t>
          </a:r>
        </a:p>
      </dsp:txBody>
      <dsp:txXfrm rot="10800000">
        <a:off x="0" y="2221"/>
        <a:ext cx="6479357" cy="19495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E16E9-1C6A-499F-A353-32822DEC788D}">
      <dsp:nvSpPr>
        <dsp:cNvPr id="0" name=""/>
        <dsp:cNvSpPr/>
      </dsp:nvSpPr>
      <dsp:spPr>
        <a:xfrm>
          <a:off x="0" y="623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BADE7-A713-4A20-8A7C-F750C967F458}">
      <dsp:nvSpPr>
        <dsp:cNvPr id="0" name=""/>
        <dsp:cNvSpPr/>
      </dsp:nvSpPr>
      <dsp:spPr>
        <a:xfrm>
          <a:off x="0" y="623"/>
          <a:ext cx="7216416" cy="1022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Chemistry primarily depends on VALENCE electrons</a:t>
          </a:r>
        </a:p>
      </dsp:txBody>
      <dsp:txXfrm>
        <a:off x="0" y="623"/>
        <a:ext cx="7216416" cy="1022002"/>
      </dsp:txXfrm>
    </dsp:sp>
    <dsp:sp modelId="{1CA87CE9-29D2-4052-A381-540456D4F1F5}">
      <dsp:nvSpPr>
        <dsp:cNvPr id="0" name=""/>
        <dsp:cNvSpPr/>
      </dsp:nvSpPr>
      <dsp:spPr>
        <a:xfrm>
          <a:off x="0" y="1022626"/>
          <a:ext cx="7216416" cy="0"/>
        </a:xfrm>
        <a:prstGeom prst="line">
          <a:avLst/>
        </a:prstGeom>
        <a:solidFill>
          <a:schemeClr val="accent2">
            <a:hueOff val="1768024"/>
            <a:satOff val="-6660"/>
            <a:lumOff val="5588"/>
            <a:alphaOff val="0"/>
          </a:schemeClr>
        </a:solidFill>
        <a:ln w="12700" cap="flat" cmpd="sng" algn="ctr">
          <a:solidFill>
            <a:schemeClr val="accent2">
              <a:hueOff val="1768024"/>
              <a:satOff val="-6660"/>
              <a:lumOff val="5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9CF5F-5C3E-489C-B9BC-46407E6734E9}">
      <dsp:nvSpPr>
        <dsp:cNvPr id="0" name=""/>
        <dsp:cNvSpPr/>
      </dsp:nvSpPr>
      <dsp:spPr>
        <a:xfrm>
          <a:off x="0" y="1022626"/>
          <a:ext cx="7216416" cy="1022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Isotopes have the same base electron shell</a:t>
          </a:r>
        </a:p>
      </dsp:txBody>
      <dsp:txXfrm>
        <a:off x="0" y="1022626"/>
        <a:ext cx="7216416" cy="1022002"/>
      </dsp:txXfrm>
    </dsp:sp>
    <dsp:sp modelId="{F52E087C-B94E-4B94-92D4-8C9A6976CBFE}">
      <dsp:nvSpPr>
        <dsp:cNvPr id="0" name=""/>
        <dsp:cNvSpPr/>
      </dsp:nvSpPr>
      <dsp:spPr>
        <a:xfrm>
          <a:off x="0" y="2044628"/>
          <a:ext cx="7216416" cy="0"/>
        </a:xfrm>
        <a:prstGeom prst="line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4B9EC-30BF-42BE-91E6-63741919B32F}">
      <dsp:nvSpPr>
        <dsp:cNvPr id="0" name=""/>
        <dsp:cNvSpPr/>
      </dsp:nvSpPr>
      <dsp:spPr>
        <a:xfrm>
          <a:off x="0" y="2044628"/>
          <a:ext cx="7216416" cy="1022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Minor relative differences in mass </a:t>
          </a:r>
          <a:r>
            <a:rPr lang="en-US" sz="2900" kern="1200">
              <a:sym typeface="Wingdings" panose="05000000000000000000" pitchFamily="2" charset="2"/>
            </a:rPr>
            <a:t></a:t>
          </a:r>
          <a:r>
            <a:rPr lang="en-US" sz="2900" kern="1200"/>
            <a:t> no difference in chemistry</a:t>
          </a:r>
        </a:p>
      </dsp:txBody>
      <dsp:txXfrm>
        <a:off x="0" y="2044628"/>
        <a:ext cx="7216416" cy="1022002"/>
      </dsp:txXfrm>
    </dsp:sp>
    <dsp:sp modelId="{FDE74E9B-5FBB-4926-A8C9-4E7B93174149}">
      <dsp:nvSpPr>
        <dsp:cNvPr id="0" name=""/>
        <dsp:cNvSpPr/>
      </dsp:nvSpPr>
      <dsp:spPr>
        <a:xfrm>
          <a:off x="0" y="3066631"/>
          <a:ext cx="7216416" cy="0"/>
        </a:xfrm>
        <a:prstGeom prst="line">
          <a:avLst/>
        </a:prstGeom>
        <a:solidFill>
          <a:schemeClr val="accent2">
            <a:hueOff val="5304073"/>
            <a:satOff val="-19979"/>
            <a:lumOff val="16765"/>
            <a:alphaOff val="0"/>
          </a:schemeClr>
        </a:solidFill>
        <a:ln w="12700" cap="flat" cmpd="sng" algn="ctr">
          <a:solidFill>
            <a:schemeClr val="accent2">
              <a:hueOff val="5304073"/>
              <a:satOff val="-19979"/>
              <a:lumOff val="16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9F65A-E550-4756-8F2A-8FCF82354B84}">
      <dsp:nvSpPr>
        <dsp:cNvPr id="0" name=""/>
        <dsp:cNvSpPr/>
      </dsp:nvSpPr>
      <dsp:spPr>
        <a:xfrm>
          <a:off x="0" y="3066631"/>
          <a:ext cx="7216416" cy="1022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Major relative differences in mass </a:t>
          </a:r>
          <a:r>
            <a:rPr lang="en-US" sz="2900" kern="1200">
              <a:sym typeface="Wingdings" panose="05000000000000000000" pitchFamily="2" charset="2"/>
            </a:rPr>
            <a:t></a:t>
          </a:r>
          <a:r>
            <a:rPr lang="en-US" sz="2900" kern="1200"/>
            <a:t> some effect on chemistry</a:t>
          </a:r>
        </a:p>
      </dsp:txBody>
      <dsp:txXfrm>
        <a:off x="0" y="3066631"/>
        <a:ext cx="7216416" cy="1022002"/>
      </dsp:txXfrm>
    </dsp:sp>
    <dsp:sp modelId="{21FF8473-9C83-4248-8025-18E9B5B209D7}">
      <dsp:nvSpPr>
        <dsp:cNvPr id="0" name=""/>
        <dsp:cNvSpPr/>
      </dsp:nvSpPr>
      <dsp:spPr>
        <a:xfrm>
          <a:off x="0" y="4088633"/>
          <a:ext cx="7216416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A8DD6-EBA0-435B-8EFC-12F1A112D467}">
      <dsp:nvSpPr>
        <dsp:cNvPr id="0" name=""/>
        <dsp:cNvSpPr/>
      </dsp:nvSpPr>
      <dsp:spPr>
        <a:xfrm>
          <a:off x="0" y="4088633"/>
          <a:ext cx="7216416" cy="10220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Tracers use radioactive isotopes to image the body</a:t>
          </a:r>
        </a:p>
      </dsp:txBody>
      <dsp:txXfrm>
        <a:off x="0" y="4088633"/>
        <a:ext cx="7216416" cy="1022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31693C-7F68-45AC-BEDF-E641F738F4D8}">
      <dsp:nvSpPr>
        <dsp:cNvPr id="0" name=""/>
        <dsp:cNvSpPr/>
      </dsp:nvSpPr>
      <dsp:spPr>
        <a:xfrm>
          <a:off x="0" y="4615"/>
          <a:ext cx="7216416" cy="1074111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C0435-50A1-49F3-B787-295B3392E570}">
      <dsp:nvSpPr>
        <dsp:cNvPr id="0" name=""/>
        <dsp:cNvSpPr/>
      </dsp:nvSpPr>
      <dsp:spPr>
        <a:xfrm>
          <a:off x="324918" y="246290"/>
          <a:ext cx="590761" cy="5907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690F0-7E7E-4C97-9E1C-33E5FF19513A}">
      <dsp:nvSpPr>
        <dsp:cNvPr id="0" name=""/>
        <dsp:cNvSpPr/>
      </dsp:nvSpPr>
      <dsp:spPr>
        <a:xfrm>
          <a:off x="1240598" y="4615"/>
          <a:ext cx="5974604" cy="1074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77" tIns="113677" rIns="113677" bIns="11367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Alpha Emission</a:t>
          </a:r>
        </a:p>
      </dsp:txBody>
      <dsp:txXfrm>
        <a:off x="1240598" y="4615"/>
        <a:ext cx="5974604" cy="1074111"/>
      </dsp:txXfrm>
    </dsp:sp>
    <dsp:sp modelId="{65F65184-2128-4D32-BFA0-FBC59EE40FD6}">
      <dsp:nvSpPr>
        <dsp:cNvPr id="0" name=""/>
        <dsp:cNvSpPr/>
      </dsp:nvSpPr>
      <dsp:spPr>
        <a:xfrm>
          <a:off x="0" y="1347254"/>
          <a:ext cx="7216416" cy="1074111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9AD9A-954A-46AE-AD37-311D88AE467F}">
      <dsp:nvSpPr>
        <dsp:cNvPr id="0" name=""/>
        <dsp:cNvSpPr/>
      </dsp:nvSpPr>
      <dsp:spPr>
        <a:xfrm>
          <a:off x="324918" y="1588929"/>
          <a:ext cx="590761" cy="5907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4DF19-CB5A-440C-A1F0-58E6A1B7629E}">
      <dsp:nvSpPr>
        <dsp:cNvPr id="0" name=""/>
        <dsp:cNvSpPr/>
      </dsp:nvSpPr>
      <dsp:spPr>
        <a:xfrm>
          <a:off x="1240598" y="1347254"/>
          <a:ext cx="3247387" cy="1074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77" tIns="113677" rIns="113677" bIns="11367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Beta Emission</a:t>
          </a:r>
        </a:p>
      </dsp:txBody>
      <dsp:txXfrm>
        <a:off x="1240598" y="1347254"/>
        <a:ext cx="3247387" cy="1074111"/>
      </dsp:txXfrm>
    </dsp:sp>
    <dsp:sp modelId="{C4B35DE4-3FB1-473D-93A5-E342AEE6C58C}">
      <dsp:nvSpPr>
        <dsp:cNvPr id="0" name=""/>
        <dsp:cNvSpPr/>
      </dsp:nvSpPr>
      <dsp:spPr>
        <a:xfrm>
          <a:off x="4487986" y="1347254"/>
          <a:ext cx="2727217" cy="1074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77" tIns="113677" rIns="113677" bIns="11367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Electron Emission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Positron Emission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Internal Conversion</a:t>
          </a:r>
        </a:p>
      </dsp:txBody>
      <dsp:txXfrm>
        <a:off x="4487986" y="1347254"/>
        <a:ext cx="2727217" cy="1074111"/>
      </dsp:txXfrm>
    </dsp:sp>
    <dsp:sp modelId="{856E0C77-CEEC-4B6B-9073-948306E74D01}">
      <dsp:nvSpPr>
        <dsp:cNvPr id="0" name=""/>
        <dsp:cNvSpPr/>
      </dsp:nvSpPr>
      <dsp:spPr>
        <a:xfrm>
          <a:off x="0" y="2689893"/>
          <a:ext cx="7216416" cy="1074111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11D46-FF78-4007-8BD5-C9485F0B949B}">
      <dsp:nvSpPr>
        <dsp:cNvPr id="0" name=""/>
        <dsp:cNvSpPr/>
      </dsp:nvSpPr>
      <dsp:spPr>
        <a:xfrm>
          <a:off x="324918" y="2931569"/>
          <a:ext cx="590761" cy="5907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58193-BD7E-4059-88A0-A7C49BD2C294}">
      <dsp:nvSpPr>
        <dsp:cNvPr id="0" name=""/>
        <dsp:cNvSpPr/>
      </dsp:nvSpPr>
      <dsp:spPr>
        <a:xfrm>
          <a:off x="1240598" y="2689893"/>
          <a:ext cx="3247387" cy="1074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77" tIns="113677" rIns="113677" bIns="11367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Gamma Emission</a:t>
          </a:r>
        </a:p>
      </dsp:txBody>
      <dsp:txXfrm>
        <a:off x="1240598" y="2689893"/>
        <a:ext cx="3247387" cy="1074111"/>
      </dsp:txXfrm>
    </dsp:sp>
    <dsp:sp modelId="{D28A82A2-8034-4B1D-9201-2E2372F86FAF}">
      <dsp:nvSpPr>
        <dsp:cNvPr id="0" name=""/>
        <dsp:cNvSpPr/>
      </dsp:nvSpPr>
      <dsp:spPr>
        <a:xfrm>
          <a:off x="4487986" y="2689893"/>
          <a:ext cx="2727217" cy="1074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77" tIns="113677" rIns="113677" bIns="11367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Excited States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Isomeric Transition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Electron Capture</a:t>
          </a:r>
        </a:p>
      </dsp:txBody>
      <dsp:txXfrm>
        <a:off x="4487986" y="2689893"/>
        <a:ext cx="2727217" cy="1074111"/>
      </dsp:txXfrm>
    </dsp:sp>
    <dsp:sp modelId="{90723607-2367-409C-9E3E-4E270A6712B4}">
      <dsp:nvSpPr>
        <dsp:cNvPr id="0" name=""/>
        <dsp:cNvSpPr/>
      </dsp:nvSpPr>
      <dsp:spPr>
        <a:xfrm>
          <a:off x="0" y="4032533"/>
          <a:ext cx="7216416" cy="1074111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C676C-2C20-48F0-943C-40581479B4D9}">
      <dsp:nvSpPr>
        <dsp:cNvPr id="0" name=""/>
        <dsp:cNvSpPr/>
      </dsp:nvSpPr>
      <dsp:spPr>
        <a:xfrm>
          <a:off x="324918" y="4274208"/>
          <a:ext cx="590761" cy="5907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489D3-2C6F-4C7D-8CA8-96204FF88E05}">
      <dsp:nvSpPr>
        <dsp:cNvPr id="0" name=""/>
        <dsp:cNvSpPr/>
      </dsp:nvSpPr>
      <dsp:spPr>
        <a:xfrm>
          <a:off x="1240598" y="4032533"/>
          <a:ext cx="5974604" cy="1074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677" tIns="113677" rIns="113677" bIns="11367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Nuclear Fission</a:t>
          </a:r>
        </a:p>
      </dsp:txBody>
      <dsp:txXfrm>
        <a:off x="1240598" y="4032533"/>
        <a:ext cx="5974604" cy="10741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ADE63-E7EE-47D1-8A5B-71E6AAE613A1}">
      <dsp:nvSpPr>
        <dsp:cNvPr id="0" name=""/>
        <dsp:cNvSpPr/>
      </dsp:nvSpPr>
      <dsp:spPr>
        <a:xfrm>
          <a:off x="0" y="3084916"/>
          <a:ext cx="7216416" cy="20240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Repulsive forces are too great (electromagnetic force between protons to great, not enough neutrons to balance things out); this is reflected in the LINE OF STABILITY</a:t>
          </a:r>
        </a:p>
      </dsp:txBody>
      <dsp:txXfrm>
        <a:off x="0" y="3084916"/>
        <a:ext cx="7216416" cy="2024038"/>
      </dsp:txXfrm>
    </dsp:sp>
    <dsp:sp modelId="{654E39BB-BA64-415B-B2C2-E822927EFA8E}">
      <dsp:nvSpPr>
        <dsp:cNvPr id="0" name=""/>
        <dsp:cNvSpPr/>
      </dsp:nvSpPr>
      <dsp:spPr>
        <a:xfrm rot="10800000">
          <a:off x="0" y="2304"/>
          <a:ext cx="7216416" cy="311297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Given what we know about the “tug-of-war” for stability, what is the imbalance that leads to alpha-particle decay?</a:t>
          </a:r>
        </a:p>
      </dsp:txBody>
      <dsp:txXfrm rot="10800000">
        <a:off x="0" y="2304"/>
        <a:ext cx="7216416" cy="2022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1753D-9CF0-44B5-A9C0-9877DA32CA32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4A0AE-592B-4284-9F70-62D8C2462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5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lecture II discuss Annihilation, Decay Scheme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4A0AE-592B-4284-9F70-62D8C24626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3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2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17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521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8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4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3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4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05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8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2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96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57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8BE1B-4246-7377-47FA-9E580437F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r>
              <a:rPr lang="en-US" dirty="0"/>
              <a:t>Modes of Radioactive Decay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46C12-5909-AD56-BF0B-EAD99345E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100" dirty="0"/>
              <a:t>RT4220 – Lecture #3</a:t>
            </a:r>
          </a:p>
          <a:p>
            <a:pPr>
              <a:lnSpc>
                <a:spcPct val="120000"/>
              </a:lnSpc>
            </a:pPr>
            <a:r>
              <a:rPr lang="en-US" sz="1100" dirty="0"/>
              <a:t>Kedree Proffitt</a:t>
            </a:r>
          </a:p>
          <a:p>
            <a:pPr>
              <a:lnSpc>
                <a:spcPct val="120000"/>
              </a:lnSpc>
            </a:pPr>
            <a:r>
              <a:rPr lang="en-US" sz="1100" dirty="0"/>
              <a:t>WSU</a:t>
            </a:r>
          </a:p>
          <a:p>
            <a:pPr>
              <a:lnSpc>
                <a:spcPct val="120000"/>
              </a:lnSpc>
            </a:pPr>
            <a:r>
              <a:rPr lang="en-US" sz="1100" dirty="0"/>
              <a:t>09/02/2025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38CF132-CA52-6E00-1ACD-458373F4EA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18" r="10004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4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9F1D-3B0C-22E2-DBF8-FF9A16E1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Radioactive Decay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8621A-53CD-F663-8F2D-8D37AF1B3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yeah</a:t>
            </a:r>
          </a:p>
        </p:txBody>
      </p:sp>
    </p:spTree>
    <p:extLst>
      <p:ext uri="{BB962C8B-B14F-4D97-AF65-F5344CB8AC3E}">
        <p14:creationId xmlns:p14="http://schemas.microsoft.com/office/powerpoint/2010/main" val="37401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191884-2089-5426-5D02-B6CD1E2D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/>
              <a:t>Instability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034FFC-DCEF-22E0-CDBF-6181A5D75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17951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B307D9B-3FB2-1A4B-3DF3-EB1FF505EE5C}"/>
              </a:ext>
            </a:extLst>
          </p:cNvPr>
          <p:cNvSpPr/>
          <p:nvPr/>
        </p:nvSpPr>
        <p:spPr>
          <a:xfrm>
            <a:off x="4958080" y="4318229"/>
            <a:ext cx="6719800" cy="21156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4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B3B67-7229-835D-BB38-78B202F2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Terminology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0DBDBA-5B1C-95E1-C5E0-DAAEBC2D44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236"/>
                <a:ext cx="5852160" cy="366468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>
                    <a:highlight>
                      <a:srgbClr val="00FFFF"/>
                    </a:highlight>
                  </a:rPr>
                  <a:t>Parent</a:t>
                </a:r>
                <a:r>
                  <a:rPr lang="en-US" b="1" dirty="0"/>
                  <a:t>/</a:t>
                </a:r>
                <a:r>
                  <a:rPr lang="en-US" b="1" dirty="0">
                    <a:highlight>
                      <a:srgbClr val="FFFF00"/>
                    </a:highlight>
                  </a:rPr>
                  <a:t>Daughter</a:t>
                </a:r>
                <a:r>
                  <a:rPr lang="en-US" b="1" dirty="0"/>
                  <a:t> </a:t>
                </a:r>
                <a:r>
                  <a:rPr lang="en-US" dirty="0"/>
                  <a:t>– “</a:t>
                </a:r>
                <a:r>
                  <a:rPr lang="en-US" dirty="0">
                    <a:highlight>
                      <a:srgbClr val="00FFFF"/>
                    </a:highlight>
                  </a:rPr>
                  <a:t>before</a:t>
                </a:r>
                <a:r>
                  <a:rPr lang="en-US" dirty="0"/>
                  <a:t> and </a:t>
                </a:r>
                <a:r>
                  <a:rPr lang="en-US" dirty="0">
                    <a:highlight>
                      <a:srgbClr val="FFFF00"/>
                    </a:highlight>
                  </a:rPr>
                  <a:t>after</a:t>
                </a:r>
                <a:r>
                  <a:rPr lang="en-US" dirty="0"/>
                  <a:t> of decay”</a:t>
                </a:r>
              </a:p>
              <a:p>
                <a:r>
                  <a:rPr lang="en-US" b="1" dirty="0"/>
                  <a:t>Spontaneous</a:t>
                </a:r>
                <a:r>
                  <a:rPr lang="en-US" dirty="0"/>
                  <a:t> – each decay </a:t>
                </a:r>
                <a:r>
                  <a:rPr lang="en-US" b="1" dirty="0"/>
                  <a:t>cannot</a:t>
                </a:r>
                <a:r>
                  <a:rPr lang="en-US" dirty="0"/>
                  <a:t> be predicted, but </a:t>
                </a:r>
                <a:r>
                  <a:rPr lang="en-US" b="1" dirty="0"/>
                  <a:t>can</a:t>
                </a:r>
                <a:r>
                  <a:rPr lang="en-US" dirty="0"/>
                  <a:t> be modeled statistically</a:t>
                </a:r>
              </a:p>
              <a:p>
                <a:r>
                  <a:rPr lang="en-US" b="1" dirty="0"/>
                  <a:t>Conservation of Mass</a:t>
                </a:r>
                <a:r>
                  <a:rPr lang="en-US" dirty="0"/>
                  <a:t> and </a:t>
                </a:r>
                <a:r>
                  <a:rPr lang="en-US" b="1" dirty="0"/>
                  <a:t>Conservation of Charge</a:t>
                </a:r>
              </a:p>
              <a:p>
                <a:r>
                  <a:rPr lang="en-US" b="1" dirty="0"/>
                  <a:t>Transition Energy (Q) </a:t>
                </a:r>
                <a:r>
                  <a:rPr lang="en-US" dirty="0"/>
                  <a:t>– decay converts </a:t>
                </a:r>
                <a:r>
                  <a:rPr lang="en-US" b="1" dirty="0"/>
                  <a:t>ENERGY TO MASS</a:t>
                </a:r>
              </a:p>
              <a:p>
                <a:pPr lvl="1"/>
                <a:r>
                  <a:rPr lang="en-US" dirty="0"/>
                  <a:t>Typically written as: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sPre>
                    <m:groupChr>
                      <m:groupChrPr>
                        <m:chr m:val="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article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Half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Life</m:t>
                        </m:r>
                      </m:e>
                    </m:groupChr>
                    <m:sPre>
                      <m:sPre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−?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−?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sPre>
                    <m:r>
                      <a:rPr lang="en-US" b="0" i="1" smtClean="0">
                        <a:latin typeface="Cambria Math" panose="02040503050406030204" pitchFamily="18" charset="0"/>
                      </a:rPr>
                      <m:t> +  ? +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0DBDBA-5B1C-95E1-C5E0-DAAEBC2D4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236"/>
                <a:ext cx="5852160" cy="3664685"/>
              </a:xfrm>
              <a:blipFill>
                <a:blip r:embed="rId2"/>
                <a:stretch>
                  <a:fillRect l="-625" t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ACE664EE-B2F2-51B4-7E3C-5D676C2C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93" r="29436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FE3037-3B69-4016-D9E1-43450E3B733D}"/>
              </a:ext>
            </a:extLst>
          </p:cNvPr>
          <p:cNvSpPr/>
          <p:nvPr/>
        </p:nvSpPr>
        <p:spPr>
          <a:xfrm>
            <a:off x="485232" y="3172475"/>
            <a:ext cx="6719800" cy="826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21F9C-8D99-1DE0-09AA-10E08990F8C1}"/>
              </a:ext>
            </a:extLst>
          </p:cNvPr>
          <p:cNvSpPr/>
          <p:nvPr/>
        </p:nvSpPr>
        <p:spPr>
          <a:xfrm>
            <a:off x="344584" y="3999123"/>
            <a:ext cx="6719800" cy="826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A86A47-B5E5-4411-8AE5-04984A5500B6}"/>
              </a:ext>
            </a:extLst>
          </p:cNvPr>
          <p:cNvSpPr/>
          <p:nvPr/>
        </p:nvSpPr>
        <p:spPr>
          <a:xfrm>
            <a:off x="555556" y="4814707"/>
            <a:ext cx="6719800" cy="826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55EC7E-7B0B-0303-01EB-5B40EEFD0AC7}"/>
              </a:ext>
            </a:extLst>
          </p:cNvPr>
          <p:cNvSpPr/>
          <p:nvPr/>
        </p:nvSpPr>
        <p:spPr>
          <a:xfrm>
            <a:off x="485232" y="5641355"/>
            <a:ext cx="6719800" cy="826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8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3641C-4DF2-E11D-80DD-24D437D66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Radioactive Isotope Chemistry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FFC398-B621-A0A1-2028-415A8F5C3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2201770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2C704D4-FA57-69D4-96A2-885C9447855A}"/>
              </a:ext>
            </a:extLst>
          </p:cNvPr>
          <p:cNvSpPr/>
          <p:nvPr/>
        </p:nvSpPr>
        <p:spPr>
          <a:xfrm>
            <a:off x="4303332" y="1896420"/>
            <a:ext cx="7248588" cy="8027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79A841-4EEA-488F-FDFB-677DA27185BA}"/>
              </a:ext>
            </a:extLst>
          </p:cNvPr>
          <p:cNvSpPr/>
          <p:nvPr/>
        </p:nvSpPr>
        <p:spPr>
          <a:xfrm>
            <a:off x="4271160" y="2901233"/>
            <a:ext cx="7248588" cy="995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BE7133-3F2D-B724-F21C-C02D5CE88B7E}"/>
              </a:ext>
            </a:extLst>
          </p:cNvPr>
          <p:cNvSpPr/>
          <p:nvPr/>
        </p:nvSpPr>
        <p:spPr>
          <a:xfrm>
            <a:off x="4303332" y="3924734"/>
            <a:ext cx="7248588" cy="995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132354-A8C4-446C-8207-7C567D026E59}"/>
              </a:ext>
            </a:extLst>
          </p:cNvPr>
          <p:cNvSpPr/>
          <p:nvPr/>
        </p:nvSpPr>
        <p:spPr>
          <a:xfrm>
            <a:off x="4271160" y="4948235"/>
            <a:ext cx="7248588" cy="995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6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E2CBF-C286-C700-7E0F-848E530B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Modes of Radioactive Decay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9288E-7195-F5EF-9222-316B4A0FA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4879"/>
            <a:ext cx="4670660" cy="12878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/>
              <a:t>Depeche anyone?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rtistic yellow swirling in water">
            <a:extLst>
              <a:ext uri="{FF2B5EF4-FFF2-40B4-BE49-F238E27FC236}">
                <a16:creationId xmlns:a16="http://schemas.microsoft.com/office/drawing/2014/main" id="{89175C6E-26C0-D02F-763D-28EFB9085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96" r="37449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6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06632-7A1D-A1DB-21B8-912CD1521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/>
              <a:t>Modes of Radioactive Decay</a:t>
            </a:r>
          </a:p>
        </p:txBody>
      </p:sp>
      <p:pic>
        <p:nvPicPr>
          <p:cNvPr id="5" name="Content Placeholder 4" descr="A diagram of a nuclear equation&#10;&#10;AI-generated content may be incorrect.">
            <a:extLst>
              <a:ext uri="{FF2B5EF4-FFF2-40B4-BE49-F238E27FC236}">
                <a16:creationId xmlns:a16="http://schemas.microsoft.com/office/drawing/2014/main" id="{66F09712-F686-447D-08AD-623C1AE54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847" y="990201"/>
            <a:ext cx="7245153" cy="48180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1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F1A2B-9B97-C700-70BE-B91303F1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Modes of Radioactive Decay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56F445-3A97-9F38-189E-3B4E097E11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33631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6B6F00C-7ECA-844E-4762-311FE1207635}"/>
              </a:ext>
            </a:extLst>
          </p:cNvPr>
          <p:cNvSpPr txBox="1"/>
          <p:nvPr/>
        </p:nvSpPr>
        <p:spPr>
          <a:xfrm>
            <a:off x="155448" y="3672548"/>
            <a:ext cx="3803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use the LINE OF STABILITY chart to predict which category of decay is most likely!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5F532-1777-44BF-79C5-8EDB9B85B20E}"/>
              </a:ext>
            </a:extLst>
          </p:cNvPr>
          <p:cNvSpPr/>
          <p:nvPr/>
        </p:nvSpPr>
        <p:spPr>
          <a:xfrm>
            <a:off x="4271160" y="2105740"/>
            <a:ext cx="7362652" cy="1323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C0389-89C6-8CA2-E29B-06EC926CEA55}"/>
              </a:ext>
            </a:extLst>
          </p:cNvPr>
          <p:cNvSpPr/>
          <p:nvPr/>
        </p:nvSpPr>
        <p:spPr>
          <a:xfrm>
            <a:off x="4280747" y="3472584"/>
            <a:ext cx="7362652" cy="1323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466FB0-4A4E-1B8B-AD4A-4E70EFEA565C}"/>
              </a:ext>
            </a:extLst>
          </p:cNvPr>
          <p:cNvSpPr/>
          <p:nvPr/>
        </p:nvSpPr>
        <p:spPr>
          <a:xfrm>
            <a:off x="4230214" y="4872684"/>
            <a:ext cx="7362652" cy="1323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79DAFF-657A-E1D4-43D3-132938617231}"/>
              </a:ext>
            </a:extLst>
          </p:cNvPr>
          <p:cNvSpPr/>
          <p:nvPr/>
        </p:nvSpPr>
        <p:spPr>
          <a:xfrm>
            <a:off x="50820" y="3688966"/>
            <a:ext cx="3803904" cy="923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6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F001-F410-7CA5-5D3C-6703B54B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Emission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9E998-1DB4-1E49-36BD-10BA22810E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Helium radiation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He</m:t>
                        </m:r>
                      </m:e>
                    </m:sPre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Massive (~4 amu)</a:t>
                </a:r>
              </a:p>
              <a:p>
                <a:pPr lvl="1"/>
                <a:r>
                  <a:rPr lang="en-US" dirty="0"/>
                  <a:t>High Energy (~8 MeV)</a:t>
                </a:r>
              </a:p>
              <a:p>
                <a:pPr lvl="1"/>
                <a:r>
                  <a:rPr lang="en-US" dirty="0"/>
                  <a:t>Low Range in attenuating material (&lt;0.1 mm in tissue, CANT HURT UNLESS…)</a:t>
                </a:r>
              </a:p>
              <a:p>
                <a:r>
                  <a:rPr lang="en-US" dirty="0"/>
                  <a:t>Daughter nuclide has A-4 and Z-2 (</a:t>
                </a:r>
                <a:r>
                  <a:rPr lang="en-US" dirty="0" err="1"/>
                  <a:t>protons+neutrons</a:t>
                </a:r>
                <a:r>
                  <a:rPr lang="en-US" dirty="0"/>
                  <a:t>, protons)</a:t>
                </a:r>
              </a:p>
              <a:p>
                <a:r>
                  <a:rPr lang="en-US" dirty="0"/>
                  <a:t>Sometimes results in excited state </a:t>
                </a:r>
                <a:r>
                  <a:rPr lang="en-US" dirty="0">
                    <a:sym typeface="Wingdings" panose="05000000000000000000" pitchFamily="2" charset="2"/>
                  </a:rPr>
                  <a:t> gamma emission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Only heavy elements (Z&gt;82, Lead)</a:t>
                </a:r>
              </a:p>
              <a:p>
                <a:r>
                  <a:rPr lang="en-US" dirty="0"/>
                  <a:t>Potentially gaining importance (</a:t>
                </a:r>
                <a:r>
                  <a:rPr lang="en-US" dirty="0" err="1"/>
                  <a:t>theranostics</a:t>
                </a:r>
                <a:r>
                  <a:rPr lang="en-US" dirty="0"/>
                  <a:t>) Tb-149 Alpha/Positron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9E998-1DB4-1E49-36BD-10BA22810E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D6A0CB7-CA53-3C33-BDB7-CE480245F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959" y="2468881"/>
            <a:ext cx="1969041" cy="797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7C48D4-1C36-0521-E24F-6AC9430C1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353" y="341638"/>
            <a:ext cx="8883071" cy="9476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7CDC1E-DE2A-083A-74C7-215C3FE4EE54}"/>
              </a:ext>
            </a:extLst>
          </p:cNvPr>
          <p:cNvSpPr/>
          <p:nvPr/>
        </p:nvSpPr>
        <p:spPr>
          <a:xfrm>
            <a:off x="640078" y="4243013"/>
            <a:ext cx="9286120" cy="384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A8B85-57E9-4555-59C2-1976FFB45A51}"/>
              </a:ext>
            </a:extLst>
          </p:cNvPr>
          <p:cNvSpPr/>
          <p:nvPr/>
        </p:nvSpPr>
        <p:spPr>
          <a:xfrm>
            <a:off x="640078" y="4689147"/>
            <a:ext cx="9286120" cy="384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4B470D-ABA6-5CF3-87EE-2D616AC0D829}"/>
              </a:ext>
            </a:extLst>
          </p:cNvPr>
          <p:cNvSpPr/>
          <p:nvPr/>
        </p:nvSpPr>
        <p:spPr>
          <a:xfrm>
            <a:off x="660992" y="5219990"/>
            <a:ext cx="9286120" cy="384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FF9D82-6622-02FF-C98E-A91AB56FAD89}"/>
              </a:ext>
            </a:extLst>
          </p:cNvPr>
          <p:cNvSpPr/>
          <p:nvPr/>
        </p:nvSpPr>
        <p:spPr>
          <a:xfrm>
            <a:off x="660992" y="5604063"/>
            <a:ext cx="9286120" cy="384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EA8102-89F6-11FD-27E1-FBC2E9FCCDE0}"/>
              </a:ext>
            </a:extLst>
          </p:cNvPr>
          <p:cNvSpPr/>
          <p:nvPr/>
        </p:nvSpPr>
        <p:spPr>
          <a:xfrm>
            <a:off x="2511109" y="307006"/>
            <a:ext cx="9286120" cy="10354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3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30824-5986-2EEB-013C-04009A5C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Concept: Alpha Emission Cause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A15B22-578D-D7D6-40EF-8559B6311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04730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0D7971A-BB5F-2345-3CB1-ECB3802F13EE}"/>
              </a:ext>
            </a:extLst>
          </p:cNvPr>
          <p:cNvSpPr/>
          <p:nvPr/>
        </p:nvSpPr>
        <p:spPr>
          <a:xfrm>
            <a:off x="4280746" y="3933022"/>
            <a:ext cx="7397134" cy="20698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4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679C-04A5-7202-DEEB-651B393E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Emission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5EA03-1594-C2E8-E6C9-530ACA159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125500" cy="35661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Beta is overarching term for ELECTRONS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dirty="0"/>
                  <a:t>) and POSITRONS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Wide range of maximum energies</a:t>
                </a:r>
              </a:p>
              <a:p>
                <a:pPr lvl="1"/>
                <a:r>
                  <a:rPr lang="en-US" dirty="0"/>
                  <a:t>Decent range in attenuating material 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 dangerous!</a:t>
                </a:r>
              </a:p>
              <a:p>
                <a:r>
                  <a:rPr lang="en-US" dirty="0"/>
                  <a:t>When beta emission occurs the nucleus GAINS or LOSES charge, respectively (conservation of charge)</a:t>
                </a:r>
              </a:p>
              <a:p>
                <a:r>
                  <a:rPr lang="en-US" dirty="0"/>
                  <a:t>Energy Spectrum for emitted electron</a:t>
                </a:r>
              </a:p>
              <a:p>
                <a:r>
                  <a:rPr lang="en-US" dirty="0"/>
                  <a:t>Use line of stability to predict what kind of emission</a:t>
                </a:r>
              </a:p>
              <a:p>
                <a:pPr lvl="1"/>
                <a:r>
                  <a:rPr lang="en-US" dirty="0"/>
                  <a:t>Too many neutrons: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Z+1 and A+0</a:t>
                </a:r>
                <a:endParaRPr lang="en-US" dirty="0"/>
              </a:p>
              <a:p>
                <a:pPr lvl="1"/>
                <a:r>
                  <a:rPr lang="en-US" dirty="0"/>
                  <a:t>Too many protons: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Z-1 and A+0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5EA03-1594-C2E8-E6C9-530ACA159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125500" cy="3566160"/>
              </a:xfrm>
              <a:blipFill>
                <a:blip r:embed="rId3"/>
                <a:stretch>
                  <a:fillRect l="-342" t="-1026" b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8BE1908-6995-453C-5122-BF478700A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772" y="336756"/>
            <a:ext cx="4464279" cy="635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402C8C-2805-1055-82DB-A25116AA9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527" y="1012292"/>
            <a:ext cx="4653558" cy="638724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07681F10-AC71-8B13-0B3B-BCDC3222D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098" y="2589797"/>
            <a:ext cx="4706217" cy="3653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4D89C0-A29B-2182-1265-EC2C325AA4A0}"/>
              </a:ext>
            </a:extLst>
          </p:cNvPr>
          <p:cNvSpPr/>
          <p:nvPr/>
        </p:nvSpPr>
        <p:spPr>
          <a:xfrm>
            <a:off x="155336" y="4032480"/>
            <a:ext cx="6906476" cy="6717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816086-D93F-93BB-E43C-721942BE9CF9}"/>
              </a:ext>
            </a:extLst>
          </p:cNvPr>
          <p:cNvSpPr/>
          <p:nvPr/>
        </p:nvSpPr>
        <p:spPr>
          <a:xfrm>
            <a:off x="574328" y="4704202"/>
            <a:ext cx="6311214" cy="3635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5F2AE9-0757-10B9-3476-E025E7344D37}"/>
              </a:ext>
            </a:extLst>
          </p:cNvPr>
          <p:cNvSpPr/>
          <p:nvPr/>
        </p:nvSpPr>
        <p:spPr>
          <a:xfrm>
            <a:off x="574328" y="5111434"/>
            <a:ext cx="6014444" cy="1088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DA549F-8BD2-0790-6B0E-3B0182C3ADC2}"/>
              </a:ext>
            </a:extLst>
          </p:cNvPr>
          <p:cNvSpPr/>
          <p:nvPr/>
        </p:nvSpPr>
        <p:spPr>
          <a:xfrm>
            <a:off x="6953700" y="2468881"/>
            <a:ext cx="5082964" cy="38878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5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A25D3-3CEF-9917-6043-E2B37637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 sz="3700"/>
              <a:t>Neutrino and Anti-Neutrino</a:t>
            </a:r>
          </a:p>
        </p:txBody>
      </p:sp>
      <p:pic>
        <p:nvPicPr>
          <p:cNvPr id="5" name="Picture 4" descr="Models if molecules in science classroom">
            <a:extLst>
              <a:ext uri="{FF2B5EF4-FFF2-40B4-BE49-F238E27FC236}">
                <a16:creationId xmlns:a16="http://schemas.microsoft.com/office/drawing/2014/main" id="{2EB8C21D-3A0D-77B0-E297-166F863D06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62" r="23055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C1273-5DFF-C080-66F3-FF146A3A1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n-US" sz="2400" dirty="0"/>
              <a:t>Basically never interact with matter</a:t>
            </a:r>
          </a:p>
          <a:p>
            <a:pPr lvl="1"/>
            <a:r>
              <a:rPr lang="en-US" sz="2400" dirty="0"/>
              <a:t>Essentially massless</a:t>
            </a:r>
          </a:p>
          <a:p>
            <a:pPr lvl="1"/>
            <a:r>
              <a:rPr lang="en-US" sz="2400" dirty="0"/>
              <a:t>No charge</a:t>
            </a:r>
          </a:p>
          <a:p>
            <a:r>
              <a:rPr lang="en-US" sz="2400" dirty="0"/>
              <a:t>Only importance to us is that it carries away excess energy for BETA decay </a:t>
            </a:r>
            <a:r>
              <a:rPr lang="en-US" sz="2400" dirty="0">
                <a:sym typeface="Wingdings" panose="05000000000000000000" pitchFamily="2" charset="2"/>
              </a:rPr>
              <a:t> spectrum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2AB22-93F6-BA80-A2D1-141E0BE38A0C}"/>
              </a:ext>
            </a:extLst>
          </p:cNvPr>
          <p:cNvSpPr/>
          <p:nvPr/>
        </p:nvSpPr>
        <p:spPr>
          <a:xfrm>
            <a:off x="5496820" y="4285561"/>
            <a:ext cx="5872587" cy="13440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3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AAE4-EB63-DB5B-FF2A-67442958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Positron Energy Requirement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B7CEDB-0065-C5B2-E3A6-3D56B5BFC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transition energy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dirty="0"/>
                  <a:t> must be AT LEAST +1.022 MeV (511 keV x 2)</a:t>
                </a:r>
              </a:p>
              <a:p>
                <a:r>
                  <a:rPr lang="en-US" dirty="0"/>
                  <a:t>The requirement is due to the result of matter-antimatter annihilation (discussed more later)</a:t>
                </a:r>
              </a:p>
              <a:p>
                <a:r>
                  <a:rPr lang="en-US" dirty="0"/>
                  <a:t>The maximum energy changes: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−1.022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MeV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Average is 1/3 this value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B7CEDB-0065-C5B2-E3A6-3D56B5BFC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FCBE879-C0FF-8CEA-B968-5E490137EC6D}"/>
              </a:ext>
            </a:extLst>
          </p:cNvPr>
          <p:cNvSpPr/>
          <p:nvPr/>
        </p:nvSpPr>
        <p:spPr>
          <a:xfrm>
            <a:off x="640079" y="3236964"/>
            <a:ext cx="10696278" cy="3104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3ADA7C-0031-C729-CB3F-49E6BC30ACFF}"/>
              </a:ext>
            </a:extLst>
          </p:cNvPr>
          <p:cNvSpPr/>
          <p:nvPr/>
        </p:nvSpPr>
        <p:spPr>
          <a:xfrm>
            <a:off x="640079" y="3712022"/>
            <a:ext cx="9286120" cy="384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4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FB0F-F77E-9CCE-F046-17AC44259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 Emission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6DE8A-E901-E3C5-6631-444E894BC6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Gamma emission refers to photons</a:t>
                </a:r>
              </a:p>
              <a:p>
                <a:r>
                  <a:rPr lang="en-US" dirty="0"/>
                  <a:t>Three primary routes:</a:t>
                </a:r>
              </a:p>
              <a:p>
                <a:pPr lvl="1"/>
                <a:r>
                  <a:rPr lang="en-US" dirty="0"/>
                  <a:t>Excited states after other decays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EC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Isomeric Transition (IT) basically just a long-lived excited state</a:t>
                </a:r>
              </a:p>
              <a:p>
                <a:pPr lvl="1"/>
                <a:r>
                  <a:rPr lang="en-US" dirty="0"/>
                  <a:t>Electron Capture (EC)</a:t>
                </a:r>
              </a:p>
              <a:p>
                <a:r>
                  <a:rPr lang="en-US" dirty="0"/>
                  <a:t>Of note is Internal Conversion (IC): where a gamma would be emitted except the energy goes directly to an electron </a:t>
                </a:r>
                <a:r>
                  <a:rPr lang="en-US" dirty="0">
                    <a:sym typeface="Wingdings" panose="05000000000000000000" pitchFamily="2" charset="2"/>
                  </a:rPr>
                  <a:t> conversion electron  Char. Rad./Auger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Typically inner shell and the gamma must have had enough energy to overcome binding energy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6DE8A-E901-E3C5-6631-444E894BC6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720F0C7-6114-14BC-672E-EE9F6B9918C8}"/>
              </a:ext>
            </a:extLst>
          </p:cNvPr>
          <p:cNvSpPr/>
          <p:nvPr/>
        </p:nvSpPr>
        <p:spPr>
          <a:xfrm>
            <a:off x="640078" y="3152343"/>
            <a:ext cx="9495439" cy="16620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77FAD0-5517-54D5-E0A6-1C97A89E0F14}"/>
              </a:ext>
            </a:extLst>
          </p:cNvPr>
          <p:cNvSpPr/>
          <p:nvPr/>
        </p:nvSpPr>
        <p:spPr>
          <a:xfrm>
            <a:off x="660991" y="4814371"/>
            <a:ext cx="10653331" cy="1288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2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ECC6B1-1284-A80A-6A1C-4A126D29BE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Internal Conversion VS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ECC6B1-1284-A80A-6A1C-4A126D29BE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59" t="-1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F5336-2712-D6BD-6CD1-21A07FC79B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Both result in emitted electron</a:t>
                </a:r>
              </a:p>
              <a:p>
                <a:r>
                  <a:rPr lang="en-US" dirty="0"/>
                  <a:t>Origin of electron is different:</a:t>
                </a:r>
              </a:p>
              <a:p>
                <a:pPr lvl="1"/>
                <a:r>
                  <a:rPr lang="en-US" dirty="0"/>
                  <a:t>Beta-: electron originates from conversion of neutron in the nucleus</a:t>
                </a:r>
              </a:p>
              <a:p>
                <a:pPr lvl="1"/>
                <a:r>
                  <a:rPr lang="en-US" dirty="0"/>
                  <a:t>IC: electron originates from shell </a:t>
                </a:r>
                <a:r>
                  <a:rPr lang="en-US" dirty="0">
                    <a:sym typeface="Wingdings" panose="05000000000000000000" pitchFamily="2" charset="2"/>
                  </a:rPr>
                  <a:t> vacancy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Energy differs: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Beta-: Spectrum of energies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IC: Discrete series of energies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E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−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BE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F5336-2712-D6BD-6CD1-21A07FC79B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16B9F3E-3538-4B8A-1176-23287AC02588}"/>
              </a:ext>
            </a:extLst>
          </p:cNvPr>
          <p:cNvSpPr/>
          <p:nvPr/>
        </p:nvSpPr>
        <p:spPr>
          <a:xfrm>
            <a:off x="640079" y="3236964"/>
            <a:ext cx="9407304" cy="1152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EB78F-0791-3BEC-0F1F-7F01F3FE989C}"/>
              </a:ext>
            </a:extLst>
          </p:cNvPr>
          <p:cNvSpPr/>
          <p:nvPr/>
        </p:nvSpPr>
        <p:spPr>
          <a:xfrm>
            <a:off x="640079" y="4420958"/>
            <a:ext cx="9814928" cy="1318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7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1A67-972B-70FC-16D0-6F890DB9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 Capture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30B5D-5DDA-24B3-4E76-E2C37B5D40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nucleus CAPTURES and CONVERTS its OWN ELECTRON and CONSUMES a PROTON</a:t>
                </a:r>
              </a:p>
              <a:p>
                <a:r>
                  <a:rPr lang="en-US" dirty="0"/>
                  <a:t>Occurs when there are too many protons</a:t>
                </a:r>
              </a:p>
              <a:p>
                <a:pPr lvl="1"/>
                <a:r>
                  <a:rPr lang="en-US" dirty="0"/>
                  <a:t>Competitive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&lt;1.022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MeV</m:t>
                    </m:r>
                  </m:oMath>
                </a14:m>
                <a:r>
                  <a:rPr lang="en-US" dirty="0"/>
                  <a:t> then EC always occurs</a:t>
                </a:r>
              </a:p>
              <a:p>
                <a:r>
                  <a:rPr lang="en-US" dirty="0"/>
                  <a:t>Almost always K-shell electrons</a:t>
                </a:r>
              </a:p>
              <a:p>
                <a:r>
                  <a:rPr lang="en-US" dirty="0"/>
                  <a:t>Leaves a vacancy </a:t>
                </a:r>
                <a:r>
                  <a:rPr lang="en-US" dirty="0">
                    <a:sym typeface="Wingdings" panose="05000000000000000000" pitchFamily="2" charset="2"/>
                  </a:rPr>
                  <a:t> Char. Rad./Auger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30B5D-5DDA-24B3-4E76-E2C37B5D4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424798B-428E-35EF-F1DD-6CEB99827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015" y="995457"/>
            <a:ext cx="6052488" cy="752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2AD096-78DB-36DA-519C-0CFE31536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569" y="3674902"/>
            <a:ext cx="6595431" cy="31830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8AF466-3801-EBC2-4432-360CB3E056EE}"/>
              </a:ext>
            </a:extLst>
          </p:cNvPr>
          <p:cNvSpPr/>
          <p:nvPr/>
        </p:nvSpPr>
        <p:spPr>
          <a:xfrm>
            <a:off x="578955" y="3183098"/>
            <a:ext cx="9286120" cy="384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9F8FD3-1493-03DF-D25F-53D2B255546A}"/>
              </a:ext>
            </a:extLst>
          </p:cNvPr>
          <p:cNvSpPr/>
          <p:nvPr/>
        </p:nvSpPr>
        <p:spPr>
          <a:xfrm>
            <a:off x="953509" y="3593075"/>
            <a:ext cx="4543908" cy="6883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4E74F7-6752-979B-2D14-BA0105FBC7B5}"/>
              </a:ext>
            </a:extLst>
          </p:cNvPr>
          <p:cNvSpPr/>
          <p:nvPr/>
        </p:nvSpPr>
        <p:spPr>
          <a:xfrm>
            <a:off x="578955" y="4389119"/>
            <a:ext cx="4753209" cy="384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960144-D72D-E616-4288-F340E3653C44}"/>
              </a:ext>
            </a:extLst>
          </p:cNvPr>
          <p:cNvSpPr/>
          <p:nvPr/>
        </p:nvSpPr>
        <p:spPr>
          <a:xfrm>
            <a:off x="640079" y="4910303"/>
            <a:ext cx="4753209" cy="384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2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8145-A8A4-83DB-3B5B-0CED76A8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of Stability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D6FB42-F5EE-52B3-ED33-6BE70D1AA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4570898" cy="32268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Symbol" panose="05050102010706020507" pitchFamily="18" charset="2"/>
              </a:rPr>
              <a:t>a </a:t>
            </a:r>
            <a:r>
              <a:rPr lang="en-US" altLang="en-US" sz="2800" dirty="0"/>
              <a:t>-decay (Z-2; N-2; A-4)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Symbol" panose="05050102010706020507" pitchFamily="18" charset="2"/>
              </a:rPr>
              <a:t>b</a:t>
            </a:r>
            <a:r>
              <a:rPr lang="en-US" altLang="en-US" sz="2800" baseline="30000" dirty="0">
                <a:latin typeface="Symbol" panose="05050102010706020507" pitchFamily="18" charset="2"/>
              </a:rPr>
              <a:t>- </a:t>
            </a:r>
            <a:r>
              <a:rPr lang="en-US" altLang="en-US" sz="2800" dirty="0"/>
              <a:t>-decay (Z+1; N-1)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Symbol" panose="05050102010706020507" pitchFamily="18" charset="2"/>
              </a:rPr>
              <a:t>b</a:t>
            </a:r>
            <a:r>
              <a:rPr lang="en-US" altLang="en-US" sz="2800" baseline="30000" dirty="0">
                <a:latin typeface="Symbol" panose="05050102010706020507" pitchFamily="18" charset="2"/>
              </a:rPr>
              <a:t>+ </a:t>
            </a:r>
            <a:r>
              <a:rPr lang="en-US" altLang="en-US" sz="2800" dirty="0"/>
              <a:t>-decay (Z-1; N+1)</a:t>
            </a:r>
          </a:p>
          <a:p>
            <a:r>
              <a:rPr lang="en-US" altLang="en-US" dirty="0"/>
              <a:t> </a:t>
            </a:r>
            <a:endParaRPr lang="en-US" dirty="0"/>
          </a:p>
        </p:txBody>
      </p:sp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430CB81E-8A8A-FEAF-2D2C-A7C0BE4C252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77" b="-168"/>
          <a:stretch>
            <a:fillRect/>
          </a:stretch>
        </p:blipFill>
        <p:spPr>
          <a:xfrm>
            <a:off x="5339160" y="0"/>
            <a:ext cx="5739907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DABCAED-E8D5-0143-0F39-EC9732111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760" y="702012"/>
            <a:ext cx="565698" cy="61156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76BEAC-F2AB-3B1A-7CA3-AC94D6343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654" y="3296942"/>
            <a:ext cx="419106" cy="6053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0697701-5C0C-1E00-EAA8-9455DDBFE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236" y="2194357"/>
            <a:ext cx="419106" cy="513405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E345D67D-6A8A-3119-4EF0-07A95F6B94FF}"/>
              </a:ext>
            </a:extLst>
          </p:cNvPr>
          <p:cNvSpPr/>
          <p:nvPr/>
        </p:nvSpPr>
        <p:spPr>
          <a:xfrm>
            <a:off x="10944893" y="836231"/>
            <a:ext cx="688920" cy="4773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F2EAD0-4234-E741-0463-1DA8292E30F2}"/>
              </a:ext>
            </a:extLst>
          </p:cNvPr>
          <p:cNvSpPr/>
          <p:nvPr/>
        </p:nvSpPr>
        <p:spPr>
          <a:xfrm>
            <a:off x="640080" y="3710281"/>
            <a:ext cx="4375689" cy="4651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9CD907-164D-8BC6-327B-90C4EE6D3DD0}"/>
              </a:ext>
            </a:extLst>
          </p:cNvPr>
          <p:cNvSpPr/>
          <p:nvPr/>
        </p:nvSpPr>
        <p:spPr>
          <a:xfrm>
            <a:off x="7434237" y="2152829"/>
            <a:ext cx="674178" cy="554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3D5482-4DAD-9B46-5DE2-CB51E0CD968E}"/>
              </a:ext>
            </a:extLst>
          </p:cNvPr>
          <p:cNvSpPr/>
          <p:nvPr/>
        </p:nvSpPr>
        <p:spPr>
          <a:xfrm>
            <a:off x="599539" y="4393543"/>
            <a:ext cx="3763142" cy="4651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781088-BF35-6580-9F73-8C26711876AB}"/>
              </a:ext>
            </a:extLst>
          </p:cNvPr>
          <p:cNvSpPr/>
          <p:nvPr/>
        </p:nvSpPr>
        <p:spPr>
          <a:xfrm>
            <a:off x="10278737" y="3407593"/>
            <a:ext cx="840872" cy="4773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1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C3D2-080E-7A0D-F4ED-854AFC4AC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of Stability</a:t>
            </a:r>
          </a:p>
        </p:txBody>
      </p:sp>
      <p:pic>
        <p:nvPicPr>
          <p:cNvPr id="5" name="Content Placeholder 4" descr="A graph with different colored circles and lines&#10;&#10;AI-generated content may be incorrect.">
            <a:extLst>
              <a:ext uri="{FF2B5EF4-FFF2-40B4-BE49-F238E27FC236}">
                <a16:creationId xmlns:a16="http://schemas.microsoft.com/office/drawing/2014/main" id="{4B32A420-F738-0400-21B0-97B3BA5BA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93" y="2124219"/>
            <a:ext cx="9760944" cy="480802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B6E5F5-587C-806E-79C1-129E843567FF}"/>
              </a:ext>
            </a:extLst>
          </p:cNvPr>
          <p:cNvSpPr txBox="1"/>
          <p:nvPr/>
        </p:nvSpPr>
        <p:spPr>
          <a:xfrm>
            <a:off x="8262650" y="4728857"/>
            <a:ext cx="185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And EC</a:t>
            </a:r>
          </a:p>
        </p:txBody>
      </p:sp>
    </p:spTree>
    <p:extLst>
      <p:ext uri="{BB962C8B-B14F-4D97-AF65-F5344CB8AC3E}">
        <p14:creationId xmlns:p14="http://schemas.microsoft.com/office/powerpoint/2010/main" val="423834385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51cdec9-811d-471d-bbe6-dd3d8d54c28b}" enabled="0" method="" siteId="{e51cdec9-811d-471d-bbe6-dd3d8d54c2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719</Words>
  <Application>Microsoft Office PowerPoint</Application>
  <PresentationFormat>Widescreen</PresentationFormat>
  <Paragraphs>102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Cambria Math</vt:lpstr>
      <vt:lpstr>Grandview Display</vt:lpstr>
      <vt:lpstr>Symbol</vt:lpstr>
      <vt:lpstr>Wingdings</vt:lpstr>
      <vt:lpstr>DashVTI</vt:lpstr>
      <vt:lpstr>Modes of Radioactive Decay I</vt:lpstr>
      <vt:lpstr>Radioactive Decay Basics</vt:lpstr>
      <vt:lpstr>Instability</vt:lpstr>
      <vt:lpstr>Terminology</vt:lpstr>
      <vt:lpstr>Radioactive Isotope Chemistry</vt:lpstr>
      <vt:lpstr>Modes of Radioactive Decay</vt:lpstr>
      <vt:lpstr>Modes of Radioactive Decay</vt:lpstr>
      <vt:lpstr>Modes of Radioactive Decay</vt:lpstr>
      <vt:lpstr>Alpha Emission</vt:lpstr>
      <vt:lpstr>Concept: Alpha Emission Cause</vt:lpstr>
      <vt:lpstr>Beta Emission</vt:lpstr>
      <vt:lpstr>Neutrino and Anti-Neutrino</vt:lpstr>
      <vt:lpstr>Positron Energy Requirement</vt:lpstr>
      <vt:lpstr>Gamma Emission</vt:lpstr>
      <vt:lpstr>Internal Conversion VS β</vt:lpstr>
      <vt:lpstr>Electron Capture</vt:lpstr>
      <vt:lpstr>Line of Stability</vt:lpstr>
      <vt:lpstr>Line of Stability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Kedree Proffitt</dc:creator>
  <cp:lastModifiedBy>Kedree Proffitt</cp:lastModifiedBy>
  <cp:revision>2</cp:revision>
  <dcterms:created xsi:type="dcterms:W3CDTF">2025-09-02T13:34:25Z</dcterms:created>
  <dcterms:modified xsi:type="dcterms:W3CDTF">2025-09-09T14:02:28Z</dcterms:modified>
</cp:coreProperties>
</file>