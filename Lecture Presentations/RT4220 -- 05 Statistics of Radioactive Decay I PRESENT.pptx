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9" r:id="rId4"/>
    <p:sldId id="261" r:id="rId5"/>
    <p:sldId id="266" r:id="rId6"/>
    <p:sldId id="262" r:id="rId7"/>
    <p:sldId id="263" r:id="rId8"/>
    <p:sldId id="264" r:id="rId9"/>
    <p:sldId id="265" r:id="rId10"/>
    <p:sldId id="267" r:id="rId11"/>
    <p:sldId id="268" r:id="rId12"/>
    <p:sldId id="270" r:id="rId13"/>
    <p:sldId id="269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9DD24-9598-4AFB-92FD-7C9B0FC521FB}" v="62" dt="2025-09-16T15:40:21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dree Proffitt" userId="cf51b1b7-7481-4dd8-85bf-a141dc4bc53e" providerId="ADAL" clId="{6CCD24BE-3D7A-4092-BFF6-F4CE2743B410}"/>
    <pc:docChg chg="undo custSel modSld">
      <pc:chgData name="Kedree Proffitt" userId="cf51b1b7-7481-4dd8-85bf-a141dc4bc53e" providerId="ADAL" clId="{6CCD24BE-3D7A-4092-BFF6-F4CE2743B410}" dt="2025-09-16T15:40:57.083" v="138" actId="1076"/>
      <pc:docMkLst>
        <pc:docMk/>
      </pc:docMkLst>
      <pc:sldChg chg="addSp modSp mod modAnim">
        <pc:chgData name="Kedree Proffitt" userId="cf51b1b7-7481-4dd8-85bf-a141dc4bc53e" providerId="ADAL" clId="{6CCD24BE-3D7A-4092-BFF6-F4CE2743B410}" dt="2025-09-14T23:20:31.187" v="11" actId="1076"/>
        <pc:sldMkLst>
          <pc:docMk/>
          <pc:sldMk cId="4021392408" sldId="257"/>
        </pc:sldMkLst>
        <pc:spChg chg="add mod">
          <ac:chgData name="Kedree Proffitt" userId="cf51b1b7-7481-4dd8-85bf-a141dc4bc53e" providerId="ADAL" clId="{6CCD24BE-3D7A-4092-BFF6-F4CE2743B410}" dt="2025-09-14T23:20:01.436" v="2" actId="14100"/>
          <ac:spMkLst>
            <pc:docMk/>
            <pc:sldMk cId="4021392408" sldId="257"/>
            <ac:spMk id="4" creationId="{422A02D4-F50E-C00C-21A0-B83C902B4A88}"/>
          </ac:spMkLst>
        </pc:spChg>
        <pc:spChg chg="add mod">
          <ac:chgData name="Kedree Proffitt" userId="cf51b1b7-7481-4dd8-85bf-a141dc4bc53e" providerId="ADAL" clId="{6CCD24BE-3D7A-4092-BFF6-F4CE2743B410}" dt="2025-09-14T23:20:09.547" v="5" actId="14100"/>
          <ac:spMkLst>
            <pc:docMk/>
            <pc:sldMk cId="4021392408" sldId="257"/>
            <ac:spMk id="5" creationId="{7681E243-49CB-A004-9571-9FE04C1E2E88}"/>
          </ac:spMkLst>
        </pc:spChg>
        <pc:spChg chg="add mod">
          <ac:chgData name="Kedree Proffitt" userId="cf51b1b7-7481-4dd8-85bf-a141dc4bc53e" providerId="ADAL" clId="{6CCD24BE-3D7A-4092-BFF6-F4CE2743B410}" dt="2025-09-14T23:20:20.620" v="9" actId="14100"/>
          <ac:spMkLst>
            <pc:docMk/>
            <pc:sldMk cId="4021392408" sldId="257"/>
            <ac:spMk id="6" creationId="{83EEB859-F535-CF26-6176-A4E34F92D145}"/>
          </ac:spMkLst>
        </pc:spChg>
        <pc:spChg chg="add mod">
          <ac:chgData name="Kedree Proffitt" userId="cf51b1b7-7481-4dd8-85bf-a141dc4bc53e" providerId="ADAL" clId="{6CCD24BE-3D7A-4092-BFF6-F4CE2743B410}" dt="2025-09-14T23:20:31.187" v="11" actId="1076"/>
          <ac:spMkLst>
            <pc:docMk/>
            <pc:sldMk cId="4021392408" sldId="257"/>
            <ac:spMk id="7" creationId="{64BDA10E-9E20-FFF1-68FC-99D37681F49E}"/>
          </ac:spMkLst>
        </pc:spChg>
      </pc:sldChg>
      <pc:sldChg chg="addSp delSp modSp mod addAnim delAnim modAnim">
        <pc:chgData name="Kedree Proffitt" userId="cf51b1b7-7481-4dd8-85bf-a141dc4bc53e" providerId="ADAL" clId="{6CCD24BE-3D7A-4092-BFF6-F4CE2743B410}" dt="2025-09-16T15:40:57.083" v="138" actId="1076"/>
        <pc:sldMkLst>
          <pc:docMk/>
          <pc:sldMk cId="4238880998" sldId="259"/>
        </pc:sldMkLst>
        <pc:spChg chg="mod">
          <ac:chgData name="Kedree Proffitt" userId="cf51b1b7-7481-4dd8-85bf-a141dc4bc53e" providerId="ADAL" clId="{6CCD24BE-3D7A-4092-BFF6-F4CE2743B410}" dt="2025-09-16T15:40:21.106" v="137" actId="20577"/>
          <ac:spMkLst>
            <pc:docMk/>
            <pc:sldMk cId="4238880998" sldId="259"/>
            <ac:spMk id="4" creationId="{DEA86392-C1CB-65D9-9BED-566FA50838BC}"/>
          </ac:spMkLst>
        </pc:spChg>
        <pc:spChg chg="add mod">
          <ac:chgData name="Kedree Proffitt" userId="cf51b1b7-7481-4dd8-85bf-a141dc4bc53e" providerId="ADAL" clId="{6CCD24BE-3D7A-4092-BFF6-F4CE2743B410}" dt="2025-09-16T15:40:57.083" v="138" actId="1076"/>
          <ac:spMkLst>
            <pc:docMk/>
            <pc:sldMk cId="4238880998" sldId="259"/>
            <ac:spMk id="6" creationId="{CE33D116-FC82-18DF-6396-78AA80EB45C3}"/>
          </ac:spMkLst>
        </pc:spChg>
        <pc:spChg chg="add del mod">
          <ac:chgData name="Kedree Proffitt" userId="cf51b1b7-7481-4dd8-85bf-a141dc4bc53e" providerId="ADAL" clId="{6CCD24BE-3D7A-4092-BFF6-F4CE2743B410}" dt="2025-09-16T14:25:07.640" v="107" actId="478"/>
          <ac:spMkLst>
            <pc:docMk/>
            <pc:sldMk cId="4238880998" sldId="259"/>
            <ac:spMk id="7" creationId="{67F768D0-2C67-8437-73BD-C87CA80F0154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1:34.560" v="27" actId="14100"/>
        <pc:sldMkLst>
          <pc:docMk/>
          <pc:sldMk cId="4001401854" sldId="261"/>
        </pc:sldMkLst>
        <pc:spChg chg="add mod">
          <ac:chgData name="Kedree Proffitt" userId="cf51b1b7-7481-4dd8-85bf-a141dc4bc53e" providerId="ADAL" clId="{6CCD24BE-3D7A-4092-BFF6-F4CE2743B410}" dt="2025-09-14T23:21:18.614" v="23" actId="14100"/>
          <ac:spMkLst>
            <pc:docMk/>
            <pc:sldMk cId="4001401854" sldId="261"/>
            <ac:spMk id="9" creationId="{13905BA8-81EF-DD06-FECC-359DE9A1C960}"/>
          </ac:spMkLst>
        </pc:spChg>
        <pc:spChg chg="add mod">
          <ac:chgData name="Kedree Proffitt" userId="cf51b1b7-7481-4dd8-85bf-a141dc4bc53e" providerId="ADAL" clId="{6CCD24BE-3D7A-4092-BFF6-F4CE2743B410}" dt="2025-09-14T23:21:34.560" v="27" actId="14100"/>
          <ac:spMkLst>
            <pc:docMk/>
            <pc:sldMk cId="4001401854" sldId="261"/>
            <ac:spMk id="10" creationId="{33E9DFC6-5023-6190-6432-D881597BBE8C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2:30.659" v="46" actId="1076"/>
        <pc:sldMkLst>
          <pc:docMk/>
          <pc:sldMk cId="1132108416" sldId="262"/>
        </pc:sldMkLst>
        <pc:spChg chg="add mod">
          <ac:chgData name="Kedree Proffitt" userId="cf51b1b7-7481-4dd8-85bf-a141dc4bc53e" providerId="ADAL" clId="{6CCD24BE-3D7A-4092-BFF6-F4CE2743B410}" dt="2025-09-14T23:22:21.194" v="41" actId="14100"/>
          <ac:spMkLst>
            <pc:docMk/>
            <pc:sldMk cId="1132108416" sldId="262"/>
            <ac:spMk id="4" creationId="{C4612962-EB4F-E13E-9210-41D34DCB735C}"/>
          </ac:spMkLst>
        </pc:spChg>
        <pc:spChg chg="add mod">
          <ac:chgData name="Kedree Proffitt" userId="cf51b1b7-7481-4dd8-85bf-a141dc4bc53e" providerId="ADAL" clId="{6CCD24BE-3D7A-4092-BFF6-F4CE2743B410}" dt="2025-09-14T23:22:27.143" v="44" actId="14100"/>
          <ac:spMkLst>
            <pc:docMk/>
            <pc:sldMk cId="1132108416" sldId="262"/>
            <ac:spMk id="5" creationId="{B1FF4008-50B6-099B-DCCE-EC2704402F11}"/>
          </ac:spMkLst>
        </pc:spChg>
        <pc:spChg chg="add mod">
          <ac:chgData name="Kedree Proffitt" userId="cf51b1b7-7481-4dd8-85bf-a141dc4bc53e" providerId="ADAL" clId="{6CCD24BE-3D7A-4092-BFF6-F4CE2743B410}" dt="2025-09-14T23:22:30.659" v="46" actId="1076"/>
          <ac:spMkLst>
            <pc:docMk/>
            <pc:sldMk cId="1132108416" sldId="262"/>
            <ac:spMk id="6" creationId="{68976F02-BB50-9B3F-8BBB-35A80929C582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2:46.273" v="50" actId="1076"/>
        <pc:sldMkLst>
          <pc:docMk/>
          <pc:sldMk cId="3400330268" sldId="263"/>
        </pc:sldMkLst>
        <pc:spChg chg="add mod">
          <ac:chgData name="Kedree Proffitt" userId="cf51b1b7-7481-4dd8-85bf-a141dc4bc53e" providerId="ADAL" clId="{6CCD24BE-3D7A-4092-BFF6-F4CE2743B410}" dt="2025-09-14T23:22:40.711" v="48" actId="1076"/>
          <ac:spMkLst>
            <pc:docMk/>
            <pc:sldMk cId="3400330268" sldId="263"/>
            <ac:spMk id="4" creationId="{D0433A92-2C9A-CD81-0AC0-B211C7F01262}"/>
          </ac:spMkLst>
        </pc:spChg>
        <pc:spChg chg="add mod">
          <ac:chgData name="Kedree Proffitt" userId="cf51b1b7-7481-4dd8-85bf-a141dc4bc53e" providerId="ADAL" clId="{6CCD24BE-3D7A-4092-BFF6-F4CE2743B410}" dt="2025-09-14T23:22:46.273" v="50" actId="1076"/>
          <ac:spMkLst>
            <pc:docMk/>
            <pc:sldMk cId="3400330268" sldId="263"/>
            <ac:spMk id="5" creationId="{B911C455-DE10-B860-FB47-23E763991685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3:13.232" v="62" actId="14100"/>
        <pc:sldMkLst>
          <pc:docMk/>
          <pc:sldMk cId="3216342546" sldId="264"/>
        </pc:sldMkLst>
        <pc:spChg chg="add mod">
          <ac:chgData name="Kedree Proffitt" userId="cf51b1b7-7481-4dd8-85bf-a141dc4bc53e" providerId="ADAL" clId="{6CCD24BE-3D7A-4092-BFF6-F4CE2743B410}" dt="2025-09-14T23:22:54.050" v="52" actId="1076"/>
          <ac:spMkLst>
            <pc:docMk/>
            <pc:sldMk cId="3216342546" sldId="264"/>
            <ac:spMk id="11" creationId="{C1D10C5E-B0C1-AAA9-8E4C-95163DE0736F}"/>
          </ac:spMkLst>
        </pc:spChg>
        <pc:spChg chg="add mod">
          <ac:chgData name="Kedree Proffitt" userId="cf51b1b7-7481-4dd8-85bf-a141dc4bc53e" providerId="ADAL" clId="{6CCD24BE-3D7A-4092-BFF6-F4CE2743B410}" dt="2025-09-14T23:23:00.870" v="55" actId="14100"/>
          <ac:spMkLst>
            <pc:docMk/>
            <pc:sldMk cId="3216342546" sldId="264"/>
            <ac:spMk id="12" creationId="{FA907741-0EA8-D492-2C00-735BACEE2DF6}"/>
          </ac:spMkLst>
        </pc:spChg>
        <pc:spChg chg="add mod">
          <ac:chgData name="Kedree Proffitt" userId="cf51b1b7-7481-4dd8-85bf-a141dc4bc53e" providerId="ADAL" clId="{6CCD24BE-3D7A-4092-BFF6-F4CE2743B410}" dt="2025-09-14T23:23:03.895" v="57" actId="1076"/>
          <ac:spMkLst>
            <pc:docMk/>
            <pc:sldMk cId="3216342546" sldId="264"/>
            <ac:spMk id="13" creationId="{EA504481-66F5-1084-839A-DB9A45034D7A}"/>
          </ac:spMkLst>
        </pc:spChg>
        <pc:spChg chg="add mod">
          <ac:chgData name="Kedree Proffitt" userId="cf51b1b7-7481-4dd8-85bf-a141dc4bc53e" providerId="ADAL" clId="{6CCD24BE-3D7A-4092-BFF6-F4CE2743B410}" dt="2025-09-14T23:23:07.957" v="59" actId="1076"/>
          <ac:spMkLst>
            <pc:docMk/>
            <pc:sldMk cId="3216342546" sldId="264"/>
            <ac:spMk id="14" creationId="{5D430623-F15F-A975-EEA5-A54352660F3F}"/>
          </ac:spMkLst>
        </pc:spChg>
        <pc:spChg chg="add mod">
          <ac:chgData name="Kedree Proffitt" userId="cf51b1b7-7481-4dd8-85bf-a141dc4bc53e" providerId="ADAL" clId="{6CCD24BE-3D7A-4092-BFF6-F4CE2743B410}" dt="2025-09-14T23:23:13.232" v="62" actId="14100"/>
          <ac:spMkLst>
            <pc:docMk/>
            <pc:sldMk cId="3216342546" sldId="264"/>
            <ac:spMk id="15" creationId="{93698040-A6D7-B9CE-4091-8F2E8F64ECA2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3:32.150" v="71" actId="1076"/>
        <pc:sldMkLst>
          <pc:docMk/>
          <pc:sldMk cId="3919775852" sldId="265"/>
        </pc:sldMkLst>
        <pc:spChg chg="add mod">
          <ac:chgData name="Kedree Proffitt" userId="cf51b1b7-7481-4dd8-85bf-a141dc4bc53e" providerId="ADAL" clId="{6CCD24BE-3D7A-4092-BFF6-F4CE2743B410}" dt="2025-09-14T23:23:17.016" v="63"/>
          <ac:spMkLst>
            <pc:docMk/>
            <pc:sldMk cId="3919775852" sldId="265"/>
            <ac:spMk id="4" creationId="{BAB0D184-5274-2E82-08FC-BADF135BB245}"/>
          </ac:spMkLst>
        </pc:spChg>
        <pc:spChg chg="add mod">
          <ac:chgData name="Kedree Proffitt" userId="cf51b1b7-7481-4dd8-85bf-a141dc4bc53e" providerId="ADAL" clId="{6CCD24BE-3D7A-4092-BFF6-F4CE2743B410}" dt="2025-09-14T23:23:22.342" v="66" actId="14100"/>
          <ac:spMkLst>
            <pc:docMk/>
            <pc:sldMk cId="3919775852" sldId="265"/>
            <ac:spMk id="5" creationId="{627FE32C-C496-9B12-54B5-E5BAA6189CC2}"/>
          </ac:spMkLst>
        </pc:spChg>
        <pc:spChg chg="add mod">
          <ac:chgData name="Kedree Proffitt" userId="cf51b1b7-7481-4dd8-85bf-a141dc4bc53e" providerId="ADAL" clId="{6CCD24BE-3D7A-4092-BFF6-F4CE2743B410}" dt="2025-09-14T23:23:27.401" v="69" actId="14100"/>
          <ac:spMkLst>
            <pc:docMk/>
            <pc:sldMk cId="3919775852" sldId="265"/>
            <ac:spMk id="6" creationId="{2F7CFE8D-51D6-CF2D-9526-B4A674907D0C}"/>
          </ac:spMkLst>
        </pc:spChg>
        <pc:spChg chg="add mod">
          <ac:chgData name="Kedree Proffitt" userId="cf51b1b7-7481-4dd8-85bf-a141dc4bc53e" providerId="ADAL" clId="{6CCD24BE-3D7A-4092-BFF6-F4CE2743B410}" dt="2025-09-14T23:23:32.150" v="71" actId="1076"/>
          <ac:spMkLst>
            <pc:docMk/>
            <pc:sldMk cId="3919775852" sldId="265"/>
            <ac:spMk id="7" creationId="{58881AF1-D8F0-913E-14A8-40D41E6E7824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2:14.428" v="39" actId="14100"/>
        <pc:sldMkLst>
          <pc:docMk/>
          <pc:sldMk cId="3524606337" sldId="266"/>
        </pc:sldMkLst>
        <pc:spChg chg="add mod">
          <ac:chgData name="Kedree Proffitt" userId="cf51b1b7-7481-4dd8-85bf-a141dc4bc53e" providerId="ADAL" clId="{6CCD24BE-3D7A-4092-BFF6-F4CE2743B410}" dt="2025-09-14T23:21:58.525" v="31" actId="14100"/>
          <ac:spMkLst>
            <pc:docMk/>
            <pc:sldMk cId="3524606337" sldId="266"/>
            <ac:spMk id="4" creationId="{EB462D24-3E17-A16D-1CAB-5C159AD27FF0}"/>
          </ac:spMkLst>
        </pc:spChg>
        <pc:spChg chg="add mod">
          <ac:chgData name="Kedree Proffitt" userId="cf51b1b7-7481-4dd8-85bf-a141dc4bc53e" providerId="ADAL" clId="{6CCD24BE-3D7A-4092-BFF6-F4CE2743B410}" dt="2025-09-14T23:22:02.802" v="33" actId="1076"/>
          <ac:spMkLst>
            <pc:docMk/>
            <pc:sldMk cId="3524606337" sldId="266"/>
            <ac:spMk id="5" creationId="{EE466F2A-DA4A-6898-210C-C6A2E1E5A80A}"/>
          </ac:spMkLst>
        </pc:spChg>
        <pc:spChg chg="add mod">
          <ac:chgData name="Kedree Proffitt" userId="cf51b1b7-7481-4dd8-85bf-a141dc4bc53e" providerId="ADAL" clId="{6CCD24BE-3D7A-4092-BFF6-F4CE2743B410}" dt="2025-09-14T23:22:08.962" v="36" actId="14100"/>
          <ac:spMkLst>
            <pc:docMk/>
            <pc:sldMk cId="3524606337" sldId="266"/>
            <ac:spMk id="6" creationId="{258EFB67-C358-8E4A-677A-94FE77169525}"/>
          </ac:spMkLst>
        </pc:spChg>
        <pc:spChg chg="add mod">
          <ac:chgData name="Kedree Proffitt" userId="cf51b1b7-7481-4dd8-85bf-a141dc4bc53e" providerId="ADAL" clId="{6CCD24BE-3D7A-4092-BFF6-F4CE2743B410}" dt="2025-09-14T23:22:14.428" v="39" actId="14100"/>
          <ac:spMkLst>
            <pc:docMk/>
            <pc:sldMk cId="3524606337" sldId="266"/>
            <ac:spMk id="7" creationId="{6699CF39-DC59-3D61-855F-B07F2BFC60B7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3:53.656" v="81" actId="14100"/>
        <pc:sldMkLst>
          <pc:docMk/>
          <pc:sldMk cId="2198678048" sldId="267"/>
        </pc:sldMkLst>
        <pc:spChg chg="add mod">
          <ac:chgData name="Kedree Proffitt" userId="cf51b1b7-7481-4dd8-85bf-a141dc4bc53e" providerId="ADAL" clId="{6CCD24BE-3D7A-4092-BFF6-F4CE2743B410}" dt="2025-09-14T23:23:40.412" v="73" actId="14100"/>
          <ac:spMkLst>
            <pc:docMk/>
            <pc:sldMk cId="2198678048" sldId="267"/>
            <ac:spMk id="4" creationId="{F3264CE7-DC52-2299-F5AA-E0CEE04AB758}"/>
          </ac:spMkLst>
        </pc:spChg>
        <pc:spChg chg="add mod">
          <ac:chgData name="Kedree Proffitt" userId="cf51b1b7-7481-4dd8-85bf-a141dc4bc53e" providerId="ADAL" clId="{6CCD24BE-3D7A-4092-BFF6-F4CE2743B410}" dt="2025-09-14T23:23:43.740" v="75" actId="1076"/>
          <ac:spMkLst>
            <pc:docMk/>
            <pc:sldMk cId="2198678048" sldId="267"/>
            <ac:spMk id="5" creationId="{0EE9FD25-B16A-F10C-568E-D8866D2BA760}"/>
          </ac:spMkLst>
        </pc:spChg>
        <pc:spChg chg="add mod">
          <ac:chgData name="Kedree Proffitt" userId="cf51b1b7-7481-4dd8-85bf-a141dc4bc53e" providerId="ADAL" clId="{6CCD24BE-3D7A-4092-BFF6-F4CE2743B410}" dt="2025-09-14T23:23:48.617" v="78" actId="14100"/>
          <ac:spMkLst>
            <pc:docMk/>
            <pc:sldMk cId="2198678048" sldId="267"/>
            <ac:spMk id="6" creationId="{E5A376E0-4018-F7F9-E6EF-B974ABACFB56}"/>
          </ac:spMkLst>
        </pc:spChg>
        <pc:spChg chg="add mod">
          <ac:chgData name="Kedree Proffitt" userId="cf51b1b7-7481-4dd8-85bf-a141dc4bc53e" providerId="ADAL" clId="{6CCD24BE-3D7A-4092-BFF6-F4CE2743B410}" dt="2025-09-14T23:23:53.656" v="81" actId="14100"/>
          <ac:spMkLst>
            <pc:docMk/>
            <pc:sldMk cId="2198678048" sldId="267"/>
            <ac:spMk id="7" creationId="{FBB9C678-5264-5D4F-87BE-10909AFFCC8C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6T15:28:03.767" v="126" actId="20577"/>
        <pc:sldMkLst>
          <pc:docMk/>
          <pc:sldMk cId="1754422401" sldId="269"/>
        </pc:sldMkLst>
        <pc:spChg chg="mod">
          <ac:chgData name="Kedree Proffitt" userId="cf51b1b7-7481-4dd8-85bf-a141dc4bc53e" providerId="ADAL" clId="{6CCD24BE-3D7A-4092-BFF6-F4CE2743B410}" dt="2025-09-16T15:28:03.767" v="126" actId="20577"/>
          <ac:spMkLst>
            <pc:docMk/>
            <pc:sldMk cId="1754422401" sldId="269"/>
            <ac:spMk id="3" creationId="{9632047E-3D7C-1A8B-E9EB-CAF99AAB1DCB}"/>
          </ac:spMkLst>
        </pc:spChg>
        <pc:spChg chg="add mod">
          <ac:chgData name="Kedree Proffitt" userId="cf51b1b7-7481-4dd8-85bf-a141dc4bc53e" providerId="ADAL" clId="{6CCD24BE-3D7A-4092-BFF6-F4CE2743B410}" dt="2025-09-16T15:27:35.633" v="111" actId="1076"/>
          <ac:spMkLst>
            <pc:docMk/>
            <pc:sldMk cId="1754422401" sldId="269"/>
            <ac:spMk id="4" creationId="{B228022D-1B7C-6A7D-7658-8EB9724070AF}"/>
          </ac:spMkLst>
        </pc:spChg>
        <pc:spChg chg="add mod">
          <ac:chgData name="Kedree Proffitt" userId="cf51b1b7-7481-4dd8-85bf-a141dc4bc53e" providerId="ADAL" clId="{6CCD24BE-3D7A-4092-BFF6-F4CE2743B410}" dt="2025-09-16T15:27:33.664" v="109" actId="1076"/>
          <ac:spMkLst>
            <pc:docMk/>
            <pc:sldMk cId="1754422401" sldId="269"/>
            <ac:spMk id="5" creationId="{5880ACB3-E89B-2402-6B70-E97D3B34321A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4:20.788" v="91" actId="14100"/>
        <pc:sldMkLst>
          <pc:docMk/>
          <pc:sldMk cId="700920776" sldId="271"/>
        </pc:sldMkLst>
        <pc:spChg chg="add mod">
          <ac:chgData name="Kedree Proffitt" userId="cf51b1b7-7481-4dd8-85bf-a141dc4bc53e" providerId="ADAL" clId="{6CCD24BE-3D7A-4092-BFF6-F4CE2743B410}" dt="2025-09-14T23:24:16.907" v="88" actId="14100"/>
          <ac:spMkLst>
            <pc:docMk/>
            <pc:sldMk cId="700920776" sldId="271"/>
            <ac:spMk id="4" creationId="{C3E0F021-9160-26AD-40C3-171C955EE686}"/>
          </ac:spMkLst>
        </pc:spChg>
        <pc:spChg chg="add mod">
          <ac:chgData name="Kedree Proffitt" userId="cf51b1b7-7481-4dd8-85bf-a141dc4bc53e" providerId="ADAL" clId="{6CCD24BE-3D7A-4092-BFF6-F4CE2743B410}" dt="2025-09-14T23:24:20.788" v="91" actId="14100"/>
          <ac:spMkLst>
            <pc:docMk/>
            <pc:sldMk cId="700920776" sldId="271"/>
            <ac:spMk id="5" creationId="{3DBEE1DC-41B0-5E2F-093F-145C134FA84E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4:37.872" v="99" actId="14100"/>
        <pc:sldMkLst>
          <pc:docMk/>
          <pc:sldMk cId="2044019641" sldId="272"/>
        </pc:sldMkLst>
        <pc:spChg chg="add mod">
          <ac:chgData name="Kedree Proffitt" userId="cf51b1b7-7481-4dd8-85bf-a141dc4bc53e" providerId="ADAL" clId="{6CCD24BE-3D7A-4092-BFF6-F4CE2743B410}" dt="2025-09-14T23:24:26.406" v="93" actId="14100"/>
          <ac:spMkLst>
            <pc:docMk/>
            <pc:sldMk cId="2044019641" sldId="272"/>
            <ac:spMk id="4" creationId="{DECE9414-72E7-9040-4916-3F0E8A81E625}"/>
          </ac:spMkLst>
        </pc:spChg>
        <pc:spChg chg="add mod">
          <ac:chgData name="Kedree Proffitt" userId="cf51b1b7-7481-4dd8-85bf-a141dc4bc53e" providerId="ADAL" clId="{6CCD24BE-3D7A-4092-BFF6-F4CE2743B410}" dt="2025-09-14T23:24:31.227" v="96" actId="14100"/>
          <ac:spMkLst>
            <pc:docMk/>
            <pc:sldMk cId="2044019641" sldId="272"/>
            <ac:spMk id="5" creationId="{5AC905BD-947D-B9BA-B0B0-FC0886324A1A}"/>
          </ac:spMkLst>
        </pc:spChg>
        <pc:spChg chg="add mod">
          <ac:chgData name="Kedree Proffitt" userId="cf51b1b7-7481-4dd8-85bf-a141dc4bc53e" providerId="ADAL" clId="{6CCD24BE-3D7A-4092-BFF6-F4CE2743B410}" dt="2025-09-14T23:24:37.872" v="99" actId="14100"/>
          <ac:spMkLst>
            <pc:docMk/>
            <pc:sldMk cId="2044019641" sldId="272"/>
            <ac:spMk id="6" creationId="{6ED70523-064D-7891-C33C-1AD055D75B31}"/>
          </ac:spMkLst>
        </pc:spChg>
      </pc:sldChg>
      <pc:sldChg chg="addSp modSp mod modAnim">
        <pc:chgData name="Kedree Proffitt" userId="cf51b1b7-7481-4dd8-85bf-a141dc4bc53e" providerId="ADAL" clId="{6CCD24BE-3D7A-4092-BFF6-F4CE2743B410}" dt="2025-09-14T23:24:48.790" v="105" actId="14100"/>
        <pc:sldMkLst>
          <pc:docMk/>
          <pc:sldMk cId="3582733120" sldId="273"/>
        </pc:sldMkLst>
        <pc:spChg chg="add mod">
          <ac:chgData name="Kedree Proffitt" userId="cf51b1b7-7481-4dd8-85bf-a141dc4bc53e" providerId="ADAL" clId="{6CCD24BE-3D7A-4092-BFF6-F4CE2743B410}" dt="2025-09-14T23:24:44.365" v="102" actId="14100"/>
          <ac:spMkLst>
            <pc:docMk/>
            <pc:sldMk cId="3582733120" sldId="273"/>
            <ac:spMk id="4" creationId="{678764B5-5EB5-6616-F08A-5F3A28750939}"/>
          </ac:spMkLst>
        </pc:spChg>
        <pc:spChg chg="add mod">
          <ac:chgData name="Kedree Proffitt" userId="cf51b1b7-7481-4dd8-85bf-a141dc4bc53e" providerId="ADAL" clId="{6CCD24BE-3D7A-4092-BFF6-F4CE2743B410}" dt="2025-09-14T23:24:48.790" v="105" actId="14100"/>
          <ac:spMkLst>
            <pc:docMk/>
            <pc:sldMk cId="3582733120" sldId="273"/>
            <ac:spMk id="5" creationId="{034654A1-DE19-C707-94E1-666DC619178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4T19:21:52.582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0,'2'6,"-1"-1,2 0,-1 1,1-1,-1 0,2 0,4 7,-5-10,0 1,-1-1,1 1,0-1,0 0,0 0,0 0,1 0,-1-1,1 1,-1-1,1 0,-1 0,6 1,5 0,1-1,20-1,-21 0,-1 0,18 4,8 3,0-2,68 2,-90-6,-1 1,0 0,19 6,-21-5,1 0,-1 0,0-2,24 1,-33-3,-1 0,0 0,0 0,0 0,0-1,0 0,0 0,-1 0,1 0,-1 0,4-4,10-5,-2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4T19:21:55.223"/>
    </inkml:context>
    <inkml:brush xml:id="br0">
      <inkml:brushProperty name="width" value="0.5" units="cm"/>
      <inkml:brushProperty name="height" value="1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79,'43'1,"-14"0,0-1,0-1,0-2,0 0,43-12,-32 1,0 2,1 2,-1 2,2 1,51-1,50 10,-115-2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4T19:22:10.528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1 232,'94'1,"106"-3,-177-1,0-1,-1-1,1-1,34-14,-36 11,1 2,0 0,0 1,42-4,-16 4,64-14,21-3,-75 15,-1-3,97-31,-113 30,1 2,0 2,75-4,129 11,-116 2,-123-1,-1 0,1 1,-1-1,0 1,0 1,1-1,8 4,-12-4,0 1,0 0,-1-1,1 1,0 0,-1 0,0 1,1-1,-1 0,0 1,0-1,0 1,-1 0,1 0,-1 0,3 4,-3-4,0 0,0 0,1 0,-1 0,1-1,0 1,0 0,0-1,0 1,1-1,-1 0,1 0,-1 0,6 3,8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4T19:22:12.528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1,'873'0,"-851"0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4T19:22:14.135"/>
    </inkml:context>
    <inkml:brush xml:id="br0">
      <inkml:brushProperty name="width" value="0.5" units="cm"/>
      <inkml:brushProperty name="height" value="1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1,'0'1,"0"0,0-1,1 1,-1 0,0 0,1 0,-1-1,1 1,-1 0,1 0,-1-1,1 1,-1 0,1-1,0 1,0-1,-1 1,1 0,0-1,0 0,-1 1,1-1,0 0,0 1,0-1,0 0,1 0,27 6,-26-6,74 5,96-5,-61-3,349 3,-452 1,0-1,1 1,-1 1,0-1,11 5,-4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5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9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06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3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9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78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1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6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2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9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2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Vibrant multicolor checkered floor design">
            <a:extLst>
              <a:ext uri="{FF2B5EF4-FFF2-40B4-BE49-F238E27FC236}">
                <a16:creationId xmlns:a16="http://schemas.microsoft.com/office/drawing/2014/main" id="{670BDF04-2755-8034-4526-DE39CC24E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6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6576E-1DBF-6BE6-67C9-5EE280450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r>
              <a:rPr lang="en-US" sz="6600"/>
              <a:t>Statistics of Radioactive Decay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E3F60-94BE-5FAB-1EAB-B90619377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RT4220 – Lecture #5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Kedree Proffitt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WSU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09/02/2025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363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3D4E-62EF-9721-E362-1FBF4F8D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1DB05B-1C95-EAE3-499F-B396853704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1865376"/>
                <a:ext cx="11155680" cy="448056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Radioactivity is spontaneous</a:t>
                </a:r>
              </a:p>
              <a:p>
                <a:pPr lvl="1"/>
                <a:r>
                  <a:rPr lang="en-US" dirty="0"/>
                  <a:t>Cannot predict PRECISE moment</a:t>
                </a:r>
              </a:p>
              <a:p>
                <a:pPr lvl="1"/>
                <a:r>
                  <a:rPr lang="en-US" dirty="0"/>
                  <a:t>Can model statistically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dirty="0"/>
                  <a:t> – number of remaining radioactive atoms of a given radionuclide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dirty="0"/>
                  <a:t> – decay constant for a given radionuclide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decay of individual atom during given time period [time^-1]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means 1% chance of atom decay per second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__</m:t>
                    </m:r>
                  </m:oMath>
                </a14:m>
                <a:r>
                  <a:rPr lang="en-US" dirty="0"/>
                  <a:t> – means change in __</a:t>
                </a:r>
              </a:p>
              <a:p>
                <a:pPr lvl="1"/>
                <a:r>
                  <a:rPr lang="en-US" dirty="0"/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is the change in the number of remaining…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change in time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means the number of remaining… at a given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can be any number, positive, zero, negative, and is relative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1DB05B-1C95-EAE3-499F-B396853704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1865376"/>
                <a:ext cx="11155680" cy="4480560"/>
              </a:xfrm>
              <a:blipFill>
                <a:blip r:embed="rId2"/>
                <a:stretch>
                  <a:fillRect l="-383" t="-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22A02D4-F50E-C00C-21A0-B83C902B4A88}"/>
              </a:ext>
            </a:extLst>
          </p:cNvPr>
          <p:cNvSpPr/>
          <p:nvPr/>
        </p:nvSpPr>
        <p:spPr>
          <a:xfrm>
            <a:off x="596264" y="2810256"/>
            <a:ext cx="10999471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81E243-49CB-A004-9571-9FE04C1E2E88}"/>
              </a:ext>
            </a:extLst>
          </p:cNvPr>
          <p:cNvSpPr/>
          <p:nvPr/>
        </p:nvSpPr>
        <p:spPr>
          <a:xfrm>
            <a:off x="515111" y="3328415"/>
            <a:ext cx="10999471" cy="1088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EB859-F535-CF26-6176-A4E34F92D145}"/>
              </a:ext>
            </a:extLst>
          </p:cNvPr>
          <p:cNvSpPr/>
          <p:nvPr/>
        </p:nvSpPr>
        <p:spPr>
          <a:xfrm>
            <a:off x="596263" y="4416553"/>
            <a:ext cx="10999471" cy="9682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DA10E-9E20-FFF1-68FC-99D37681F49E}"/>
              </a:ext>
            </a:extLst>
          </p:cNvPr>
          <p:cNvSpPr/>
          <p:nvPr/>
        </p:nvSpPr>
        <p:spPr>
          <a:xfrm>
            <a:off x="515111" y="5384801"/>
            <a:ext cx="10999471" cy="1088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9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A563-834F-F14F-45CB-EB86CDD9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Catching the Vibe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EA86392-C1CB-65D9-9BED-566FA50838BC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521208" y="1883229"/>
                <a:ext cx="5020056" cy="4462707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0" dirty="0"/>
                  <a:t>If for every second 10% decays, the number decaying per second will decrease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100 -&gt; 90 </a:t>
                </a:r>
                <a:r>
                  <a:rPr lang="en-US" dirty="0">
                    <a:sym typeface="Wingdings" panose="05000000000000000000" pitchFamily="2" charset="2"/>
                  </a:rPr>
                  <a:t> 81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i="0" dirty="0">
                    <a:sym typeface="Wingdings" panose="05000000000000000000" pitchFamily="2" charset="2"/>
                  </a:rPr>
                  <a:t>Thus,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t</m:t>
                        </m:r>
                      </m:den>
                    </m:f>
                  </m:oMath>
                </a14:m>
                <a:r>
                  <a:rPr lang="en-US" i="0" dirty="0"/>
                  <a:t> is negative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i="0" dirty="0"/>
                  <a:t> is how we represent the above and right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i="0" dirty="0"/>
                  <a:t> which is the “activity”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i="0" dirty="0"/>
                  <a:t> is the </a:t>
                </a:r>
                <a:r>
                  <a:rPr lang="en-US" i="0"/>
                  <a:t>decay constant</a:t>
                </a:r>
                <a:endParaRPr lang="en-US" i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0" dirty="0"/>
                  <a:t>Through calculus we determined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i="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EA86392-C1CB-65D9-9BED-566FA5083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521208" y="1883229"/>
                <a:ext cx="5020056" cy="4462707"/>
              </a:xfrm>
              <a:blipFill>
                <a:blip r:embed="rId2"/>
                <a:stretch>
                  <a:fillRect l="-1458" t="-956" r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C01207-DC00-73BC-C020-42052296BCD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313" b="-118"/>
          <a:stretch>
            <a:fillRect/>
          </a:stretch>
        </p:blipFill>
        <p:spPr>
          <a:xfrm>
            <a:off x="6519863" y="794657"/>
            <a:ext cx="5165725" cy="59544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33D116-FC82-18DF-6396-78AA80EB45C3}"/>
              </a:ext>
            </a:extLst>
          </p:cNvPr>
          <p:cNvSpPr/>
          <p:nvPr/>
        </p:nvSpPr>
        <p:spPr>
          <a:xfrm>
            <a:off x="448373" y="3702130"/>
            <a:ext cx="5165725" cy="1633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768D0-2C67-8437-73BD-C87CA80F0154}"/>
              </a:ext>
            </a:extLst>
          </p:cNvPr>
          <p:cNvSpPr/>
          <p:nvPr/>
        </p:nvSpPr>
        <p:spPr>
          <a:xfrm>
            <a:off x="375539" y="5335523"/>
            <a:ext cx="5720461" cy="1088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83435-94BF-C68F-9DCE-19154012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Vibe Part 2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950414E-DAE0-7B85-F462-1D6F088381B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521207" y="3538728"/>
                <a:ext cx="4486221" cy="2816352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342900" indent="-228600">
                  <a:buFont typeface="Arial" panose="020B0604020202020204" pitchFamily="34" charset="0"/>
                  <a:buChar char="•"/>
                </a:pPr>
                <a:r>
                  <a:rPr lang="en-US" i="0" dirty="0"/>
                  <a:t>As the sample decays there is an exponential pattern</a:t>
                </a:r>
              </a:p>
              <a:p>
                <a:pPr marL="342900" indent="-2286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i="0" dirty="0"/>
                  <a:t> is our exponential function</a:t>
                </a:r>
              </a:p>
              <a:p>
                <a:pPr marL="342900" indent="-228600">
                  <a:buFont typeface="Arial" panose="020B0604020202020204" pitchFamily="34" charset="0"/>
                  <a:buChar char="•"/>
                </a:pPr>
                <a:r>
                  <a:rPr lang="en-US" i="0" dirty="0"/>
                  <a:t>Eventually, the whole sample decays to the daughter</a:t>
                </a:r>
              </a:p>
              <a:p>
                <a:pPr marL="342900" indent="-228600">
                  <a:buFont typeface="Arial" panose="020B0604020202020204" pitchFamily="34" charset="0"/>
                  <a:buChar char="•"/>
                </a:pPr>
                <a:endParaRPr lang="en-US" i="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950414E-DAE0-7B85-F462-1D6F088381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521207" y="3538728"/>
                <a:ext cx="4486221" cy="2816352"/>
              </a:xfrm>
              <a:blipFill>
                <a:blip r:embed="rId2"/>
                <a:stretch>
                  <a:fillRect t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CF4AF5E-B549-09FD-1266-F3E59388CB8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0835" t="4666" r="-2" b="-483"/>
          <a:stretch>
            <a:fillRect/>
          </a:stretch>
        </p:blipFill>
        <p:spPr>
          <a:xfrm>
            <a:off x="5355770" y="824833"/>
            <a:ext cx="5909827" cy="60331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905BA8-81EF-DD06-FECC-359DE9A1C960}"/>
              </a:ext>
            </a:extLst>
          </p:cNvPr>
          <p:cNvSpPr/>
          <p:nvPr/>
        </p:nvSpPr>
        <p:spPr>
          <a:xfrm>
            <a:off x="367329" y="4306639"/>
            <a:ext cx="4555653" cy="570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E9DFC6-5023-6190-6432-D881597BBE8C}"/>
              </a:ext>
            </a:extLst>
          </p:cNvPr>
          <p:cNvSpPr/>
          <p:nvPr/>
        </p:nvSpPr>
        <p:spPr>
          <a:xfrm>
            <a:off x="594741" y="4974332"/>
            <a:ext cx="4180460" cy="798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0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E95B-0BA5-A831-A1DC-A61EE99B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Decay 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5B5354-2CC9-0CB7-489A-EE48185E8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Defined as the proportion of a sample that will decay during a given time period</a:t>
                </a:r>
              </a:p>
              <a:p>
                <a:r>
                  <a:rPr lang="en-US" dirty="0"/>
                  <a:t>Characteristic of radionuclides (does NOT change for any GIVEN radionuclide)</a:t>
                </a:r>
              </a:p>
              <a:p>
                <a:r>
                  <a:rPr lang="en-US" dirty="0"/>
                  <a:t>Also: the probability that any given atom will decay during that time period</a:t>
                </a:r>
              </a:p>
              <a:p>
                <a:r>
                  <a:rPr lang="en-US" dirty="0"/>
                  <a:t>If there are multiple modes of decay the total decay constant is the sum of the individual constants for each mode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...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yields the DECAY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5B5354-2CC9-0CB7-489A-EE48185E8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B462D24-3E17-A16D-1CAB-5C159AD27FF0}"/>
              </a:ext>
            </a:extLst>
          </p:cNvPr>
          <p:cNvSpPr/>
          <p:nvPr/>
        </p:nvSpPr>
        <p:spPr>
          <a:xfrm>
            <a:off x="515112" y="2949725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466F2A-DA4A-6898-210C-C6A2E1E5A80A}"/>
              </a:ext>
            </a:extLst>
          </p:cNvPr>
          <p:cNvSpPr/>
          <p:nvPr/>
        </p:nvSpPr>
        <p:spPr>
          <a:xfrm>
            <a:off x="515111" y="3458002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EFB67-C358-8E4A-677A-94FE77169525}"/>
              </a:ext>
            </a:extLst>
          </p:cNvPr>
          <p:cNvSpPr/>
          <p:nvPr/>
        </p:nvSpPr>
        <p:spPr>
          <a:xfrm>
            <a:off x="527305" y="3966278"/>
            <a:ext cx="11155679" cy="9875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99CF39-DC59-3D61-855F-B07F2BFC60B7}"/>
              </a:ext>
            </a:extLst>
          </p:cNvPr>
          <p:cNvSpPr/>
          <p:nvPr/>
        </p:nvSpPr>
        <p:spPr>
          <a:xfrm>
            <a:off x="515110" y="5011831"/>
            <a:ext cx="11155679" cy="640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0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66E9-4340-E10D-C6E5-E798B891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F760B-1753-3563-28DE-F845E6BA13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Activity is defined as the average decay rate</a:t>
                </a:r>
              </a:p>
              <a:p>
                <a:r>
                  <a:rPr lang="en-US" dirty="0"/>
                  <a:t>Mathematically defined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Activity at a given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represented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Units: decays per second [</a:t>
                </a:r>
                <a:r>
                  <a:rPr lang="en-US" dirty="0" err="1"/>
                  <a:t>dps</a:t>
                </a:r>
                <a:r>
                  <a:rPr lang="en-US" dirty="0"/>
                  <a:t>]/decays per minute [</a:t>
                </a:r>
                <a:r>
                  <a:rPr lang="en-US" dirty="0" err="1"/>
                  <a:t>dpm</a:t>
                </a:r>
                <a:r>
                  <a:rPr lang="en-US" dirty="0"/>
                  <a:t>] OR Curie [Ci] which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3.7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 dps</a:t>
                </a:r>
              </a:p>
              <a:p>
                <a:pPr lvl="1"/>
                <a:r>
                  <a:rPr lang="en-US" dirty="0" err="1"/>
                  <a:t>dps</a:t>
                </a:r>
                <a:r>
                  <a:rPr lang="en-US" dirty="0"/>
                  <a:t> is the definition of the Becquerel [Bq]</a:t>
                </a:r>
              </a:p>
              <a:p>
                <a:pPr lvl="1"/>
                <a:r>
                  <a:rPr lang="en-US" dirty="0"/>
                  <a:t>Ci originally defined as the activity of 1 g of Ra-226, was later changed very slightly</a:t>
                </a:r>
              </a:p>
              <a:p>
                <a:r>
                  <a:rPr lang="en-US" dirty="0"/>
                  <a:t>Actual decay rate fluctuates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F760B-1753-3563-28DE-F845E6BA13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4612962-EB4F-E13E-9210-41D34DCB735C}"/>
              </a:ext>
            </a:extLst>
          </p:cNvPr>
          <p:cNvSpPr/>
          <p:nvPr/>
        </p:nvSpPr>
        <p:spPr>
          <a:xfrm>
            <a:off x="515112" y="2949724"/>
            <a:ext cx="11155679" cy="9203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F4008-50B6-099B-DCCE-EC2704402F11}"/>
              </a:ext>
            </a:extLst>
          </p:cNvPr>
          <p:cNvSpPr/>
          <p:nvPr/>
        </p:nvSpPr>
        <p:spPr>
          <a:xfrm>
            <a:off x="515111" y="3937276"/>
            <a:ext cx="11155679" cy="10411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76F02-BB50-9B3F-8BBB-35A80929C582}"/>
              </a:ext>
            </a:extLst>
          </p:cNvPr>
          <p:cNvSpPr/>
          <p:nvPr/>
        </p:nvSpPr>
        <p:spPr>
          <a:xfrm>
            <a:off x="431985" y="5045640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0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DD21-4795-1D89-6347-669F6BC3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Decay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15FB2-087E-3543-B9E5-46B3378B7E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Decay factor is defined as the fraction of radioactive atoms REMAINING after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Reminder: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=2.718...</m:t>
                    </m:r>
                  </m:oMath>
                </a14:m>
                <a:r>
                  <a:rPr lang="en-US" dirty="0"/>
                  <a:t> This is the base of natural logarithms</a:t>
                </a:r>
              </a:p>
              <a:p>
                <a:r>
                  <a:rPr lang="en-US" dirty="0"/>
                  <a:t>Decay factor is exponential function, as time goes on the factor gets exponentially smaller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15FB2-087E-3543-B9E5-46B3378B7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0433A92-2C9A-CD81-0AC0-B211C7F01262}"/>
              </a:ext>
            </a:extLst>
          </p:cNvPr>
          <p:cNvSpPr/>
          <p:nvPr/>
        </p:nvSpPr>
        <p:spPr>
          <a:xfrm>
            <a:off x="348858" y="3356125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11C455-DE10-B860-FB47-23E763991685}"/>
              </a:ext>
            </a:extLst>
          </p:cNvPr>
          <p:cNvSpPr/>
          <p:nvPr/>
        </p:nvSpPr>
        <p:spPr>
          <a:xfrm>
            <a:off x="515112" y="3835401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3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431D-E0A1-2ECD-15B7-1600CC5F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Activity Equation</a:t>
            </a:r>
            <a:br>
              <a:rPr lang="en-US" dirty="0"/>
            </a:br>
            <a:r>
              <a:rPr lang="en-US" dirty="0"/>
              <a:t>(THE MOST IMPORTANT)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DCEBED-3EF9-F376-74CA-0D83F2FD9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comes from substitution of previous equations: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DCEBED-3EF9-F376-74CA-0D83F2FD9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9EC2B60-9027-65ED-0B13-2ED22C0DAADE}"/>
                  </a:ext>
                </a:extLst>
              </p14:cNvPr>
              <p14:cNvContentPartPr/>
              <p14:nvPr/>
            </p14:nvContentPartPr>
            <p14:xfrm>
              <a:off x="4830273" y="5311022"/>
              <a:ext cx="232920" cy="46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9EC2B60-9027-65ED-0B13-2ED22C0DAA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40633" y="5131022"/>
                <a:ext cx="41256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8ED64A-98F0-190D-4970-14517E93BD0A}"/>
                  </a:ext>
                </a:extLst>
              </p14:cNvPr>
              <p14:cNvContentPartPr/>
              <p14:nvPr/>
            </p14:nvContentPartPr>
            <p14:xfrm>
              <a:off x="5892993" y="5310302"/>
              <a:ext cx="262080" cy="2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8ED64A-98F0-190D-4970-14517E93BD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02993" y="5130302"/>
                <a:ext cx="44172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9D1F0EF-DED6-EB9A-810B-62EE80B56341}"/>
                  </a:ext>
                </a:extLst>
              </p14:cNvPr>
              <p14:cNvContentPartPr/>
              <p14:nvPr/>
            </p14:nvContentPartPr>
            <p14:xfrm>
              <a:off x="5901633" y="3832502"/>
              <a:ext cx="692640" cy="84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9D1F0EF-DED6-EB9A-810B-62EE80B563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11993" y="3652862"/>
                <a:ext cx="8722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1216CF-29F9-D39E-FA5F-81CC48E5141F}"/>
                  </a:ext>
                </a:extLst>
              </p14:cNvPr>
              <p14:cNvContentPartPr/>
              <p14:nvPr/>
            </p14:nvContentPartPr>
            <p14:xfrm>
              <a:off x="5282793" y="6049742"/>
              <a:ext cx="3225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1216CF-29F9-D39E-FA5F-81CC48E514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93153" y="5870102"/>
                <a:ext cx="5022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DF700D-0787-F2AF-7D72-F2D8731687D5}"/>
                  </a:ext>
                </a:extLst>
              </p14:cNvPr>
              <p14:cNvContentPartPr/>
              <p14:nvPr/>
            </p14:nvContentPartPr>
            <p14:xfrm>
              <a:off x="6096033" y="6105182"/>
              <a:ext cx="344520" cy="15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DF700D-0787-F2AF-7D72-F2D8731687D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06393" y="5925542"/>
                <a:ext cx="524160" cy="3747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1D10C5E-B0C1-AAA9-8E4C-95163DE0736F}"/>
              </a:ext>
            </a:extLst>
          </p:cNvPr>
          <p:cNvSpPr/>
          <p:nvPr/>
        </p:nvSpPr>
        <p:spPr>
          <a:xfrm>
            <a:off x="518160" y="3067142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907741-0EA8-D492-2C00-735BACEE2DF6}"/>
              </a:ext>
            </a:extLst>
          </p:cNvPr>
          <p:cNvSpPr/>
          <p:nvPr/>
        </p:nvSpPr>
        <p:spPr>
          <a:xfrm>
            <a:off x="446193" y="3592498"/>
            <a:ext cx="11155679" cy="5796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504481-66F5-1084-839A-DB9A45034D7A}"/>
              </a:ext>
            </a:extLst>
          </p:cNvPr>
          <p:cNvSpPr/>
          <p:nvPr/>
        </p:nvSpPr>
        <p:spPr>
          <a:xfrm>
            <a:off x="323793" y="4374518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430623-F15F-A975-EEA5-A54352660F3F}"/>
              </a:ext>
            </a:extLst>
          </p:cNvPr>
          <p:cNvSpPr/>
          <p:nvPr/>
        </p:nvSpPr>
        <p:spPr>
          <a:xfrm>
            <a:off x="577233" y="5094604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698040-A6D7-B9CE-4091-8F2E8F64ECA2}"/>
              </a:ext>
            </a:extLst>
          </p:cNvPr>
          <p:cNvSpPr/>
          <p:nvPr/>
        </p:nvSpPr>
        <p:spPr>
          <a:xfrm>
            <a:off x="596224" y="5822776"/>
            <a:ext cx="11155679" cy="6099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4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AAFE-9936-984F-1C3C-FA6A99EA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Half-Life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E22EA-F6C3-CA49-BB61-864340FE3A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Defined as the time it takes for the sample to decay to half of its INITIAL activity level</a:t>
                </a:r>
              </a:p>
              <a:p>
                <a:r>
                  <a:rPr lang="en-US" dirty="0"/>
                  <a:t>Directly related to the DECAY CONSTANT: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Most of the time, we use half-life instead of decay constant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E22EA-F6C3-CA49-BB61-864340FE3A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AB0D184-5274-2E82-08FC-BADF135BB245}"/>
              </a:ext>
            </a:extLst>
          </p:cNvPr>
          <p:cNvSpPr/>
          <p:nvPr/>
        </p:nvSpPr>
        <p:spPr>
          <a:xfrm>
            <a:off x="515112" y="2949725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7FE32C-C496-9B12-54B5-E5BAA6189CC2}"/>
              </a:ext>
            </a:extLst>
          </p:cNvPr>
          <p:cNvSpPr/>
          <p:nvPr/>
        </p:nvSpPr>
        <p:spPr>
          <a:xfrm>
            <a:off x="658276" y="3800117"/>
            <a:ext cx="11155679" cy="6164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7CFE8D-51D6-CF2D-9526-B4A674907D0C}"/>
              </a:ext>
            </a:extLst>
          </p:cNvPr>
          <p:cNvSpPr/>
          <p:nvPr/>
        </p:nvSpPr>
        <p:spPr>
          <a:xfrm>
            <a:off x="589742" y="4787667"/>
            <a:ext cx="11155679" cy="850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81AF1-D8F0-913E-14A8-40D41E6E7824}"/>
              </a:ext>
            </a:extLst>
          </p:cNvPr>
          <p:cNvSpPr/>
          <p:nvPr/>
        </p:nvSpPr>
        <p:spPr>
          <a:xfrm>
            <a:off x="589741" y="5535580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7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BA1E-C90C-48DE-8BDC-5CB5FE8D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Lifetime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EFE29-2523-75BA-74B6-5603707A0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Defined as the average time that a radioactive atom sticks around until it decays</a:t>
                </a:r>
              </a:p>
              <a:p>
                <a:r>
                  <a:rPr lang="en-US" dirty="0"/>
                  <a:t>THIS IS THE INVERSE OF </a:t>
                </a:r>
                <a:r>
                  <a:rPr lang="en-US" b="1" dirty="0"/>
                  <a:t>DECAY CONSTANT</a:t>
                </a:r>
                <a:r>
                  <a:rPr lang="en-US" dirty="0"/>
                  <a:t>… LITERALLY</a:t>
                </a:r>
              </a:p>
              <a:p>
                <a:pPr lvl="1"/>
                <a:r>
                  <a:rPr lang="en-US" dirty="0"/>
                  <a:t>Probability of decay of individual atom… VS. average time that a radioactive atom… until it decays</a:t>
                </a:r>
              </a:p>
              <a:p>
                <a:r>
                  <a:rPr lang="en-US" dirty="0"/>
                  <a:t>Inverse mathematically too: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EFE29-2523-75BA-74B6-5603707A0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3264CE7-DC52-2299-F5AA-E0CEE04AB758}"/>
              </a:ext>
            </a:extLst>
          </p:cNvPr>
          <p:cNvSpPr/>
          <p:nvPr/>
        </p:nvSpPr>
        <p:spPr>
          <a:xfrm>
            <a:off x="515112" y="2949725"/>
            <a:ext cx="11155679" cy="8371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E9FD25-B16A-F10C-568E-D8866D2BA760}"/>
              </a:ext>
            </a:extLst>
          </p:cNvPr>
          <p:cNvSpPr/>
          <p:nvPr/>
        </p:nvSpPr>
        <p:spPr>
          <a:xfrm>
            <a:off x="515112" y="3684431"/>
            <a:ext cx="11155679" cy="47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A376E0-4018-F7F9-E6EF-B974ABACFB56}"/>
              </a:ext>
            </a:extLst>
          </p:cNvPr>
          <p:cNvSpPr/>
          <p:nvPr/>
        </p:nvSpPr>
        <p:spPr>
          <a:xfrm>
            <a:off x="746021" y="4535906"/>
            <a:ext cx="11155679" cy="645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B9C678-5264-5D4F-87BE-10909AFFCC8C}"/>
              </a:ext>
            </a:extLst>
          </p:cNvPr>
          <p:cNvSpPr/>
          <p:nvPr/>
        </p:nvSpPr>
        <p:spPr>
          <a:xfrm>
            <a:off x="527305" y="5314159"/>
            <a:ext cx="11155679" cy="9440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7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ED8DD2-CA54-6862-0411-B9BB597B9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6" b="192"/>
          <a:stretch>
            <a:fillRect/>
          </a:stretch>
        </p:blipFill>
        <p:spPr>
          <a:xfrm>
            <a:off x="21" y="-2"/>
            <a:ext cx="12191978" cy="685800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DBFCB27-760B-5FF3-72F5-581461CE1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999" cy="12801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EF35B-7C21-AB4A-04F8-1DD553CE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175146"/>
            <a:ext cx="8196432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Semi-log Plots</a:t>
            </a:r>
          </a:p>
        </p:txBody>
      </p:sp>
    </p:spTree>
    <p:extLst>
      <p:ext uri="{BB962C8B-B14F-4D97-AF65-F5344CB8AC3E}">
        <p14:creationId xmlns:p14="http://schemas.microsoft.com/office/powerpoint/2010/main" val="1804885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E06D-2579-6080-44BF-4FBC2C05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BB25A3-9F90-354D-0924-0341094104D2}"/>
                  </a:ext>
                </a:extLst>
              </p:cNvPr>
              <p:cNvSpPr txBox="1"/>
              <p:nvPr/>
            </p:nvSpPr>
            <p:spPr>
              <a:xfrm>
                <a:off x="515112" y="2137486"/>
                <a:ext cx="2128603" cy="607923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DF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BB25A3-9F90-354D-0924-034109410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12" y="2137486"/>
                <a:ext cx="2128603" cy="607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762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0E3EA5-B003-69DC-F530-242B86A6E0B0}"/>
                  </a:ext>
                </a:extLst>
              </p:cNvPr>
              <p:cNvSpPr txBox="1"/>
              <p:nvPr/>
            </p:nvSpPr>
            <p:spPr>
              <a:xfrm>
                <a:off x="2826095" y="2137485"/>
                <a:ext cx="3065039" cy="1123513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(0)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(0)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0E3EA5-B003-69DC-F530-242B86A6E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095" y="2137485"/>
                <a:ext cx="3065039" cy="11235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762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DB7934-36AC-D75A-3EAF-473346DCA0A0}"/>
                  </a:ext>
                </a:extLst>
              </p:cNvPr>
              <p:cNvSpPr txBox="1"/>
              <p:nvPr/>
            </p:nvSpPr>
            <p:spPr>
              <a:xfrm>
                <a:off x="6073514" y="2137484"/>
                <a:ext cx="3939916" cy="1188018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l-G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DB7934-36AC-D75A-3EAF-473346DCA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514" y="2137484"/>
                <a:ext cx="3939916" cy="11880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762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970915-9C2D-D2E8-95B0-86E2896E21C2}"/>
                  </a:ext>
                </a:extLst>
              </p:cNvPr>
              <p:cNvSpPr txBox="1"/>
              <p:nvPr/>
            </p:nvSpPr>
            <p:spPr>
              <a:xfrm>
                <a:off x="3104631" y="3601211"/>
                <a:ext cx="2260565" cy="220445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970915-9C2D-D2E8-95B0-86E2896E2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631" y="3601211"/>
                <a:ext cx="2260565" cy="22044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762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E507A8-5438-F6B9-1151-1399389FDE7D}"/>
                  </a:ext>
                </a:extLst>
              </p:cNvPr>
              <p:cNvSpPr txBox="1"/>
              <p:nvPr/>
            </p:nvSpPr>
            <p:spPr>
              <a:xfrm>
                <a:off x="449131" y="3598061"/>
                <a:ext cx="2260564" cy="2053319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E507A8-5438-F6B9-1151-1399389FD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31" y="3598061"/>
                <a:ext cx="2260564" cy="20533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762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0508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D2656-1B8A-4F6B-3C66-B6CA95EE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Finding Half-Life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32047E-3D7C-1A8B-E9EB-CAF99AAB1D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41236"/>
                <a:ext cx="11155680" cy="43047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What is the half-life of an isotope with a decay constant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2.6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0.693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2.6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≅266,538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days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32047E-3D7C-1A8B-E9EB-CAF99AAB1D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41236"/>
                <a:ext cx="11155680" cy="4304700"/>
              </a:xfrm>
              <a:blipFill>
                <a:blip r:embed="rId2"/>
                <a:stretch>
                  <a:fillRect l="-874" t="-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228022D-1B7C-6A7D-7658-8EB9724070AF}"/>
              </a:ext>
            </a:extLst>
          </p:cNvPr>
          <p:cNvSpPr/>
          <p:nvPr/>
        </p:nvSpPr>
        <p:spPr>
          <a:xfrm>
            <a:off x="515112" y="2949724"/>
            <a:ext cx="11155679" cy="1012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80ACB3-E89B-2402-6B70-E97D3B34321A}"/>
              </a:ext>
            </a:extLst>
          </p:cNvPr>
          <p:cNvSpPr/>
          <p:nvPr/>
        </p:nvSpPr>
        <p:spPr>
          <a:xfrm>
            <a:off x="718312" y="4231037"/>
            <a:ext cx="11155679" cy="112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2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DABD-9314-0747-C863-D294D9CC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Finding Mean-Life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9018F7-B7FD-85FE-4589-88F9C2245F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1967345"/>
                <a:ext cx="11155680" cy="43785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What is the mean-life of an isotope with a half-life of 4 days?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=4×1.44≅5.8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days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9018F7-B7FD-85FE-4589-88F9C2245F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1967345"/>
                <a:ext cx="11155680" cy="4378591"/>
              </a:xfrm>
              <a:blipFill>
                <a:blip r:embed="rId2"/>
                <a:stretch>
                  <a:fillRect l="-874" t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3E0F021-9160-26AD-40C3-171C955EE686}"/>
              </a:ext>
            </a:extLst>
          </p:cNvPr>
          <p:cNvSpPr/>
          <p:nvPr/>
        </p:nvSpPr>
        <p:spPr>
          <a:xfrm>
            <a:off x="515112" y="2949724"/>
            <a:ext cx="11155679" cy="1012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BEE1DC-41B0-5E2F-093F-145C134FA84E}"/>
              </a:ext>
            </a:extLst>
          </p:cNvPr>
          <p:cNvSpPr/>
          <p:nvPr/>
        </p:nvSpPr>
        <p:spPr>
          <a:xfrm>
            <a:off x="527305" y="4231037"/>
            <a:ext cx="11155679" cy="1463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2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0747-7F55-8BBE-A7CD-E3901CC2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Manipulating Decay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1BE3BC-FB83-8B96-FFB9-9E972EB634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2087418"/>
                <a:ext cx="11155680" cy="425851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75% of a given radioisotope sample has decayed over the course of an hour. What is the decay factor? Also, what is the half-life in minutes?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25%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100%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=0.25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DF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⟶0.25=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0.25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0.25</m:t>
                              </m:r>
                            </m:e>
                          </m:func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f>
                                <m:fPr>
                                  <m:type m:val="skw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0.25</m:t>
                              </m:r>
                            </m:e>
                          </m:func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60×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0.25</m:t>
                              </m:r>
                            </m:e>
                          </m:func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minutes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1BE3BC-FB83-8B96-FFB9-9E972EB63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2087418"/>
                <a:ext cx="11155680" cy="4258518"/>
              </a:xfrm>
              <a:blipFill>
                <a:blip r:embed="rId2"/>
                <a:stretch>
                  <a:fillRect l="-601" t="-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ECE9414-72E7-9040-4916-3F0E8A81E625}"/>
              </a:ext>
            </a:extLst>
          </p:cNvPr>
          <p:cNvSpPr/>
          <p:nvPr/>
        </p:nvSpPr>
        <p:spPr>
          <a:xfrm>
            <a:off x="515112" y="2949725"/>
            <a:ext cx="11155679" cy="10403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C905BD-947D-B9BA-B0B0-FC0886324A1A}"/>
              </a:ext>
            </a:extLst>
          </p:cNvPr>
          <p:cNvSpPr/>
          <p:nvPr/>
        </p:nvSpPr>
        <p:spPr>
          <a:xfrm>
            <a:off x="527305" y="4154053"/>
            <a:ext cx="11155679" cy="945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D70523-064D-7891-C33C-1AD055D75B31}"/>
              </a:ext>
            </a:extLst>
          </p:cNvPr>
          <p:cNvSpPr/>
          <p:nvPr/>
        </p:nvSpPr>
        <p:spPr>
          <a:xfrm>
            <a:off x="515111" y="5263062"/>
            <a:ext cx="11155679" cy="10403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1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E4F38-C863-0EB5-F00D-8C2F98E1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Manipulating Activity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86A007-6698-85C4-FEA7-1C3CE9E7AA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1939636"/>
                <a:ext cx="11155680" cy="44063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activity of a radioisotope sample is measured to be 370 MBq at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=1800</m:t>
                    </m:r>
                  </m:oMath>
                </a14:m>
                <a:r>
                  <a:rPr lang="en-US" dirty="0"/>
                  <a:t> s. What was the initial activity of the sample in mCi if the decay constant for this radioisotope is 0.04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hr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0.04 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hr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3600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=1.11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(1800)=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×1800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mCi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mCi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−(1.11×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)×1800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≅10.2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mCi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86A007-6698-85C4-FEA7-1C3CE9E7A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1939636"/>
                <a:ext cx="11155680" cy="4406300"/>
              </a:xfrm>
              <a:blipFill>
                <a:blip r:embed="rId2"/>
                <a:stretch>
                  <a:fillRect l="-492" t="-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78764B5-5EB5-6616-F08A-5F3A28750939}"/>
              </a:ext>
            </a:extLst>
          </p:cNvPr>
          <p:cNvSpPr/>
          <p:nvPr/>
        </p:nvSpPr>
        <p:spPr>
          <a:xfrm>
            <a:off x="518160" y="2838888"/>
            <a:ext cx="11155679" cy="929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654A1-DE19-C707-94E1-666DC619178D}"/>
              </a:ext>
            </a:extLst>
          </p:cNvPr>
          <p:cNvSpPr/>
          <p:nvPr/>
        </p:nvSpPr>
        <p:spPr>
          <a:xfrm>
            <a:off x="662894" y="3937276"/>
            <a:ext cx="11155679" cy="1087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3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872</Words>
  <Application>Microsoft Office PowerPoint</Application>
  <PresentationFormat>Widescreen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Bierstadt</vt:lpstr>
      <vt:lpstr>Cambria Math</vt:lpstr>
      <vt:lpstr>Neue Haas Grotesk Text Pro</vt:lpstr>
      <vt:lpstr>Wingdings</vt:lpstr>
      <vt:lpstr>GestaltVTI</vt:lpstr>
      <vt:lpstr>Statistics of Radioactive Decay I</vt:lpstr>
      <vt:lpstr>Terminology</vt:lpstr>
      <vt:lpstr>Catching the Vibe</vt:lpstr>
      <vt:lpstr>Vibe Part 2</vt:lpstr>
      <vt:lpstr>Decay Constant</vt:lpstr>
      <vt:lpstr>Activity</vt:lpstr>
      <vt:lpstr>Decay Factor</vt:lpstr>
      <vt:lpstr>The Activity Equation (THE MOST IMPORTANT)</vt:lpstr>
      <vt:lpstr>Half-Life 3</vt:lpstr>
      <vt:lpstr>Average Lifetime</vt:lpstr>
      <vt:lpstr>Semi-log Plots</vt:lpstr>
      <vt:lpstr>Important Equations</vt:lpstr>
      <vt:lpstr>Practice: Finding Half-Life</vt:lpstr>
      <vt:lpstr>Practice: Finding Mean-Life</vt:lpstr>
      <vt:lpstr>Practice: Manipulating Decay Equation</vt:lpstr>
      <vt:lpstr>Practice: Manipulating Activity Equation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Kedree Proffitt</dc:creator>
  <cp:lastModifiedBy>Kedree Proffitt</cp:lastModifiedBy>
  <cp:revision>2</cp:revision>
  <dcterms:created xsi:type="dcterms:W3CDTF">2025-09-14T16:16:17Z</dcterms:created>
  <dcterms:modified xsi:type="dcterms:W3CDTF">2025-09-16T15:40:59Z</dcterms:modified>
</cp:coreProperties>
</file>