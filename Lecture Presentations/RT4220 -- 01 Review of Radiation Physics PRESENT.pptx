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226552-67B1-469F-9A0D-26B715F29862}" v="51" dt="2025-08-21T20:48:22.0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849" autoAdjust="0"/>
  </p:normalViewPr>
  <p:slideViewPr>
    <p:cSldViewPr snapToGrid="0">
      <p:cViewPr>
        <p:scale>
          <a:sx n="80" d="100"/>
          <a:sy n="80" d="100"/>
        </p:scale>
        <p:origin x="1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dree Proffitt" userId="cf51b1b7-7481-4dd8-85bf-a141dc4bc53e" providerId="ADAL" clId="{FD226552-67B1-469F-9A0D-26B715F29862}"/>
    <pc:docChg chg="addSld delSld modSld">
      <pc:chgData name="Kedree Proffitt" userId="cf51b1b7-7481-4dd8-85bf-a141dc4bc53e" providerId="ADAL" clId="{FD226552-67B1-469F-9A0D-26B715F29862}" dt="2025-08-21T20:48:24.097" v="139" actId="1076"/>
      <pc:docMkLst>
        <pc:docMk/>
      </pc:docMkLst>
      <pc:sldChg chg="addSp modSp modAnim">
        <pc:chgData name="Kedree Proffitt" userId="cf51b1b7-7481-4dd8-85bf-a141dc4bc53e" providerId="ADAL" clId="{FD226552-67B1-469F-9A0D-26B715F29862}" dt="2025-08-21T20:41:36.059" v="1"/>
        <pc:sldMkLst>
          <pc:docMk/>
          <pc:sldMk cId="1381181850" sldId="256"/>
        </pc:sldMkLst>
        <pc:spChg chg="add mod">
          <ac:chgData name="Kedree Proffitt" userId="cf51b1b7-7481-4dd8-85bf-a141dc4bc53e" providerId="ADAL" clId="{FD226552-67B1-469F-9A0D-26B715F29862}" dt="2025-08-21T20:41:34.641" v="0"/>
          <ac:spMkLst>
            <pc:docMk/>
            <pc:sldMk cId="1381181850" sldId="256"/>
            <ac:spMk id="4" creationId="{B8A36DF7-BBAC-E685-E53B-D7984B6475D9}"/>
          </ac:spMkLst>
        </pc:spChg>
      </pc:sldChg>
      <pc:sldChg chg="addSp modSp mod modAnim">
        <pc:chgData name="Kedree Proffitt" userId="cf51b1b7-7481-4dd8-85bf-a141dc4bc53e" providerId="ADAL" clId="{FD226552-67B1-469F-9A0D-26B715F29862}" dt="2025-08-21T20:43:38.643" v="24" actId="14100"/>
        <pc:sldMkLst>
          <pc:docMk/>
          <pc:sldMk cId="3007012421" sldId="257"/>
        </pc:sldMkLst>
        <pc:spChg chg="add mod">
          <ac:chgData name="Kedree Proffitt" userId="cf51b1b7-7481-4dd8-85bf-a141dc4bc53e" providerId="ADAL" clId="{FD226552-67B1-469F-9A0D-26B715F29862}" dt="2025-08-21T20:42:52.049" v="8" actId="14100"/>
          <ac:spMkLst>
            <pc:docMk/>
            <pc:sldMk cId="3007012421" sldId="257"/>
            <ac:spMk id="8" creationId="{D5E072FD-45DC-1F2F-4EE2-BFE5D8CCA3DE}"/>
          </ac:spMkLst>
        </pc:spChg>
        <pc:spChg chg="add mod">
          <ac:chgData name="Kedree Proffitt" userId="cf51b1b7-7481-4dd8-85bf-a141dc4bc53e" providerId="ADAL" clId="{FD226552-67B1-469F-9A0D-26B715F29862}" dt="2025-08-21T20:43:09.981" v="11" actId="1076"/>
          <ac:spMkLst>
            <pc:docMk/>
            <pc:sldMk cId="3007012421" sldId="257"/>
            <ac:spMk id="9" creationId="{455FDF0D-0A14-870A-964C-5A0DF468FCCB}"/>
          </ac:spMkLst>
        </pc:spChg>
        <pc:spChg chg="add mod">
          <ac:chgData name="Kedree Proffitt" userId="cf51b1b7-7481-4dd8-85bf-a141dc4bc53e" providerId="ADAL" clId="{FD226552-67B1-469F-9A0D-26B715F29862}" dt="2025-08-21T20:43:13.305" v="13" actId="1076"/>
          <ac:spMkLst>
            <pc:docMk/>
            <pc:sldMk cId="3007012421" sldId="257"/>
            <ac:spMk id="10" creationId="{39D98CF8-4C1E-0DA1-87AA-A129964AC015}"/>
          </ac:spMkLst>
        </pc:spChg>
        <pc:spChg chg="add mod">
          <ac:chgData name="Kedree Proffitt" userId="cf51b1b7-7481-4dd8-85bf-a141dc4bc53e" providerId="ADAL" clId="{FD226552-67B1-469F-9A0D-26B715F29862}" dt="2025-08-21T20:43:16.627" v="15" actId="1076"/>
          <ac:spMkLst>
            <pc:docMk/>
            <pc:sldMk cId="3007012421" sldId="257"/>
            <ac:spMk id="11" creationId="{B2D5F6C8-9627-C1AA-1225-5A5D122FFC20}"/>
          </ac:spMkLst>
        </pc:spChg>
        <pc:spChg chg="add mod">
          <ac:chgData name="Kedree Proffitt" userId="cf51b1b7-7481-4dd8-85bf-a141dc4bc53e" providerId="ADAL" clId="{FD226552-67B1-469F-9A0D-26B715F29862}" dt="2025-08-21T20:43:19.912" v="17" actId="1076"/>
          <ac:spMkLst>
            <pc:docMk/>
            <pc:sldMk cId="3007012421" sldId="257"/>
            <ac:spMk id="12" creationId="{E99AEE0A-2AD1-FE9E-3947-EA8BD72A64C6}"/>
          </ac:spMkLst>
        </pc:spChg>
        <pc:spChg chg="add mod">
          <ac:chgData name="Kedree Proffitt" userId="cf51b1b7-7481-4dd8-85bf-a141dc4bc53e" providerId="ADAL" clId="{FD226552-67B1-469F-9A0D-26B715F29862}" dt="2025-08-21T20:43:30.717" v="21" actId="14100"/>
          <ac:spMkLst>
            <pc:docMk/>
            <pc:sldMk cId="3007012421" sldId="257"/>
            <ac:spMk id="13" creationId="{2536CCAE-EB67-A2C1-79B1-4CE4AA8E55F4}"/>
          </ac:spMkLst>
        </pc:spChg>
        <pc:spChg chg="add mod">
          <ac:chgData name="Kedree Proffitt" userId="cf51b1b7-7481-4dd8-85bf-a141dc4bc53e" providerId="ADAL" clId="{FD226552-67B1-469F-9A0D-26B715F29862}" dt="2025-08-21T20:43:38.643" v="24" actId="14100"/>
          <ac:spMkLst>
            <pc:docMk/>
            <pc:sldMk cId="3007012421" sldId="257"/>
            <ac:spMk id="14" creationId="{C0287EF2-A191-70A5-65B3-D22D77124347}"/>
          </ac:spMkLst>
        </pc:spChg>
      </pc:sldChg>
      <pc:sldChg chg="addSp modSp mod modAnim">
        <pc:chgData name="Kedree Proffitt" userId="cf51b1b7-7481-4dd8-85bf-a141dc4bc53e" providerId="ADAL" clId="{FD226552-67B1-469F-9A0D-26B715F29862}" dt="2025-08-21T20:44:09.049" v="35" actId="1076"/>
        <pc:sldMkLst>
          <pc:docMk/>
          <pc:sldMk cId="3177303906" sldId="258"/>
        </pc:sldMkLst>
        <pc:spChg chg="add mod">
          <ac:chgData name="Kedree Proffitt" userId="cf51b1b7-7481-4dd8-85bf-a141dc4bc53e" providerId="ADAL" clId="{FD226552-67B1-469F-9A0D-26B715F29862}" dt="2025-08-21T20:43:51.321" v="27" actId="14100"/>
          <ac:spMkLst>
            <pc:docMk/>
            <pc:sldMk cId="3177303906" sldId="258"/>
            <ac:spMk id="3" creationId="{5256C4AC-382A-DD22-9CF4-CC5FEAEB0879}"/>
          </ac:spMkLst>
        </pc:spChg>
        <pc:spChg chg="add mod">
          <ac:chgData name="Kedree Proffitt" userId="cf51b1b7-7481-4dd8-85bf-a141dc4bc53e" providerId="ADAL" clId="{FD226552-67B1-469F-9A0D-26B715F29862}" dt="2025-08-21T20:43:58.930" v="30" actId="14100"/>
          <ac:spMkLst>
            <pc:docMk/>
            <pc:sldMk cId="3177303906" sldId="258"/>
            <ac:spMk id="4" creationId="{22FCDAA0-6204-2E11-D5F2-4B871469F7C4}"/>
          </ac:spMkLst>
        </pc:spChg>
        <pc:spChg chg="add mod">
          <ac:chgData name="Kedree Proffitt" userId="cf51b1b7-7481-4dd8-85bf-a141dc4bc53e" providerId="ADAL" clId="{FD226552-67B1-469F-9A0D-26B715F29862}" dt="2025-08-21T20:44:05.489" v="33" actId="14100"/>
          <ac:spMkLst>
            <pc:docMk/>
            <pc:sldMk cId="3177303906" sldId="258"/>
            <ac:spMk id="5" creationId="{9AF99BA3-8E63-2873-9C2F-4EB1A6378ACF}"/>
          </ac:spMkLst>
        </pc:spChg>
        <pc:spChg chg="add mod">
          <ac:chgData name="Kedree Proffitt" userId="cf51b1b7-7481-4dd8-85bf-a141dc4bc53e" providerId="ADAL" clId="{FD226552-67B1-469F-9A0D-26B715F29862}" dt="2025-08-21T20:44:09.049" v="35" actId="1076"/>
          <ac:spMkLst>
            <pc:docMk/>
            <pc:sldMk cId="3177303906" sldId="258"/>
            <ac:spMk id="6" creationId="{68DA6E9D-A1C2-3B4D-22F0-9D9038768332}"/>
          </ac:spMkLst>
        </pc:spChg>
      </pc:sldChg>
      <pc:sldChg chg="addSp modSp mod modAnim">
        <pc:chgData name="Kedree Proffitt" userId="cf51b1b7-7481-4dd8-85bf-a141dc4bc53e" providerId="ADAL" clId="{FD226552-67B1-469F-9A0D-26B715F29862}" dt="2025-08-21T20:44:34.581" v="47" actId="14100"/>
        <pc:sldMkLst>
          <pc:docMk/>
          <pc:sldMk cId="1775419542" sldId="259"/>
        </pc:sldMkLst>
        <pc:spChg chg="add mod">
          <ac:chgData name="Kedree Proffitt" userId="cf51b1b7-7481-4dd8-85bf-a141dc4bc53e" providerId="ADAL" clId="{FD226552-67B1-469F-9A0D-26B715F29862}" dt="2025-08-21T20:44:15.856" v="37" actId="1076"/>
          <ac:spMkLst>
            <pc:docMk/>
            <pc:sldMk cId="1775419542" sldId="259"/>
            <ac:spMk id="4" creationId="{0B8471E6-4D72-5280-9506-C970DEF2BDA8}"/>
          </ac:spMkLst>
        </pc:spChg>
        <pc:spChg chg="add mod">
          <ac:chgData name="Kedree Proffitt" userId="cf51b1b7-7481-4dd8-85bf-a141dc4bc53e" providerId="ADAL" clId="{FD226552-67B1-469F-9A0D-26B715F29862}" dt="2025-08-21T20:44:19.531" v="39" actId="1076"/>
          <ac:spMkLst>
            <pc:docMk/>
            <pc:sldMk cId="1775419542" sldId="259"/>
            <ac:spMk id="5" creationId="{FD140942-84E8-4B96-39D0-385DD29936CE}"/>
          </ac:spMkLst>
        </pc:spChg>
        <pc:spChg chg="add mod">
          <ac:chgData name="Kedree Proffitt" userId="cf51b1b7-7481-4dd8-85bf-a141dc4bc53e" providerId="ADAL" clId="{FD226552-67B1-469F-9A0D-26B715F29862}" dt="2025-08-21T20:44:25.599" v="42" actId="14100"/>
          <ac:spMkLst>
            <pc:docMk/>
            <pc:sldMk cId="1775419542" sldId="259"/>
            <ac:spMk id="6" creationId="{C16CFE38-EC05-87A6-02FA-132C9C9B3DF7}"/>
          </ac:spMkLst>
        </pc:spChg>
        <pc:spChg chg="add mod">
          <ac:chgData name="Kedree Proffitt" userId="cf51b1b7-7481-4dd8-85bf-a141dc4bc53e" providerId="ADAL" clId="{FD226552-67B1-469F-9A0D-26B715F29862}" dt="2025-08-21T20:44:29.188" v="44" actId="1076"/>
          <ac:spMkLst>
            <pc:docMk/>
            <pc:sldMk cId="1775419542" sldId="259"/>
            <ac:spMk id="7" creationId="{FBD6FBBF-5660-C4DC-F332-96FA7F75272E}"/>
          </ac:spMkLst>
        </pc:spChg>
        <pc:spChg chg="add mod">
          <ac:chgData name="Kedree Proffitt" userId="cf51b1b7-7481-4dd8-85bf-a141dc4bc53e" providerId="ADAL" clId="{FD226552-67B1-469F-9A0D-26B715F29862}" dt="2025-08-21T20:44:34.581" v="47" actId="14100"/>
          <ac:spMkLst>
            <pc:docMk/>
            <pc:sldMk cId="1775419542" sldId="259"/>
            <ac:spMk id="8" creationId="{3258EB63-F329-217C-C044-BF442B690317}"/>
          </ac:spMkLst>
        </pc:spChg>
      </pc:sldChg>
      <pc:sldChg chg="addSp modSp mod modAnim">
        <pc:chgData name="Kedree Proffitt" userId="cf51b1b7-7481-4dd8-85bf-a141dc4bc53e" providerId="ADAL" clId="{FD226552-67B1-469F-9A0D-26B715F29862}" dt="2025-08-21T20:44:53.238" v="54" actId="1076"/>
        <pc:sldMkLst>
          <pc:docMk/>
          <pc:sldMk cId="3212421629" sldId="260"/>
        </pc:sldMkLst>
        <pc:spChg chg="add mod">
          <ac:chgData name="Kedree Proffitt" userId="cf51b1b7-7481-4dd8-85bf-a141dc4bc53e" providerId="ADAL" clId="{FD226552-67B1-469F-9A0D-26B715F29862}" dt="2025-08-21T20:44:45.662" v="50" actId="14100"/>
          <ac:spMkLst>
            <pc:docMk/>
            <pc:sldMk cId="3212421629" sldId="260"/>
            <ac:spMk id="3" creationId="{E6C2940B-4159-B1BD-4817-7D172C6514EE}"/>
          </ac:spMkLst>
        </pc:spChg>
        <pc:spChg chg="add mod">
          <ac:chgData name="Kedree Proffitt" userId="cf51b1b7-7481-4dd8-85bf-a141dc4bc53e" providerId="ADAL" clId="{FD226552-67B1-469F-9A0D-26B715F29862}" dt="2025-08-21T20:44:49.595" v="52" actId="1076"/>
          <ac:spMkLst>
            <pc:docMk/>
            <pc:sldMk cId="3212421629" sldId="260"/>
            <ac:spMk id="4" creationId="{3A34D217-3183-C1C8-1108-7FDC80704601}"/>
          </ac:spMkLst>
        </pc:spChg>
        <pc:spChg chg="add mod">
          <ac:chgData name="Kedree Proffitt" userId="cf51b1b7-7481-4dd8-85bf-a141dc4bc53e" providerId="ADAL" clId="{FD226552-67B1-469F-9A0D-26B715F29862}" dt="2025-08-21T20:44:53.238" v="54" actId="1076"/>
          <ac:spMkLst>
            <pc:docMk/>
            <pc:sldMk cId="3212421629" sldId="260"/>
            <ac:spMk id="5" creationId="{560D7C27-1455-80DF-2A8E-B801388BDA8F}"/>
          </ac:spMkLst>
        </pc:spChg>
      </pc:sldChg>
      <pc:sldChg chg="addSp modSp mod modAnim">
        <pc:chgData name="Kedree Proffitt" userId="cf51b1b7-7481-4dd8-85bf-a141dc4bc53e" providerId="ADAL" clId="{FD226552-67B1-469F-9A0D-26B715F29862}" dt="2025-08-21T20:45:04.477" v="59" actId="1076"/>
        <pc:sldMkLst>
          <pc:docMk/>
          <pc:sldMk cId="410038356" sldId="262"/>
        </pc:sldMkLst>
        <pc:spChg chg="add mod">
          <ac:chgData name="Kedree Proffitt" userId="cf51b1b7-7481-4dd8-85bf-a141dc4bc53e" providerId="ADAL" clId="{FD226552-67B1-469F-9A0D-26B715F29862}" dt="2025-08-21T20:44:58.658" v="55"/>
          <ac:spMkLst>
            <pc:docMk/>
            <pc:sldMk cId="410038356" sldId="262"/>
            <ac:spMk id="3" creationId="{E572B697-30E7-B6F3-2FF0-2006D7E72E01}"/>
          </ac:spMkLst>
        </pc:spChg>
        <pc:spChg chg="add mod">
          <ac:chgData name="Kedree Proffitt" userId="cf51b1b7-7481-4dd8-85bf-a141dc4bc53e" providerId="ADAL" clId="{FD226552-67B1-469F-9A0D-26B715F29862}" dt="2025-08-21T20:45:01.684" v="57" actId="1076"/>
          <ac:spMkLst>
            <pc:docMk/>
            <pc:sldMk cId="410038356" sldId="262"/>
            <ac:spMk id="4" creationId="{A8AE3808-A6FE-6085-A613-4DFF634977E4}"/>
          </ac:spMkLst>
        </pc:spChg>
        <pc:spChg chg="add mod">
          <ac:chgData name="Kedree Proffitt" userId="cf51b1b7-7481-4dd8-85bf-a141dc4bc53e" providerId="ADAL" clId="{FD226552-67B1-469F-9A0D-26B715F29862}" dt="2025-08-21T20:45:04.477" v="59" actId="1076"/>
          <ac:spMkLst>
            <pc:docMk/>
            <pc:sldMk cId="410038356" sldId="262"/>
            <ac:spMk id="5" creationId="{5E1AB8AC-A281-DC42-08CF-1E6452A5F21D}"/>
          </ac:spMkLst>
        </pc:spChg>
      </pc:sldChg>
      <pc:sldChg chg="addSp modSp mod modAnim">
        <pc:chgData name="Kedree Proffitt" userId="cf51b1b7-7481-4dd8-85bf-a141dc4bc53e" providerId="ADAL" clId="{FD226552-67B1-469F-9A0D-26B715F29862}" dt="2025-08-21T20:45:25.907" v="67" actId="14100"/>
        <pc:sldMkLst>
          <pc:docMk/>
          <pc:sldMk cId="2887184542" sldId="264"/>
        </pc:sldMkLst>
        <pc:spChg chg="add mod">
          <ac:chgData name="Kedree Proffitt" userId="cf51b1b7-7481-4dd8-85bf-a141dc4bc53e" providerId="ADAL" clId="{FD226552-67B1-469F-9A0D-26B715F29862}" dt="2025-08-21T20:45:17.448" v="63" actId="14100"/>
          <ac:spMkLst>
            <pc:docMk/>
            <pc:sldMk cId="2887184542" sldId="264"/>
            <ac:spMk id="3" creationId="{842D4FE9-C906-1F48-5DB3-CEE5A7334ECA}"/>
          </ac:spMkLst>
        </pc:spChg>
        <pc:spChg chg="add mod">
          <ac:chgData name="Kedree Proffitt" userId="cf51b1b7-7481-4dd8-85bf-a141dc4bc53e" providerId="ADAL" clId="{FD226552-67B1-469F-9A0D-26B715F29862}" dt="2025-08-21T20:45:25.907" v="67" actId="14100"/>
          <ac:spMkLst>
            <pc:docMk/>
            <pc:sldMk cId="2887184542" sldId="264"/>
            <ac:spMk id="6" creationId="{A3BD4B63-E4E9-EC6E-B305-4D840871A6F2}"/>
          </ac:spMkLst>
        </pc:spChg>
      </pc:sldChg>
      <pc:sldChg chg="addSp modSp mod modAnim">
        <pc:chgData name="Kedree Proffitt" userId="cf51b1b7-7481-4dd8-85bf-a141dc4bc53e" providerId="ADAL" clId="{FD226552-67B1-469F-9A0D-26B715F29862}" dt="2025-08-21T20:45:56.104" v="81" actId="14100"/>
        <pc:sldMkLst>
          <pc:docMk/>
          <pc:sldMk cId="2798172107" sldId="265"/>
        </pc:sldMkLst>
        <pc:spChg chg="add mod">
          <ac:chgData name="Kedree Proffitt" userId="cf51b1b7-7481-4dd8-85bf-a141dc4bc53e" providerId="ADAL" clId="{FD226552-67B1-469F-9A0D-26B715F29862}" dt="2025-08-21T20:45:35.377" v="70" actId="14100"/>
          <ac:spMkLst>
            <pc:docMk/>
            <pc:sldMk cId="2798172107" sldId="265"/>
            <ac:spMk id="7" creationId="{BD2E423A-A026-7188-7A92-B3282B08AB3E}"/>
          </ac:spMkLst>
        </pc:spChg>
        <pc:spChg chg="add mod">
          <ac:chgData name="Kedree Proffitt" userId="cf51b1b7-7481-4dd8-85bf-a141dc4bc53e" providerId="ADAL" clId="{FD226552-67B1-469F-9A0D-26B715F29862}" dt="2025-08-21T20:45:37.902" v="72" actId="1076"/>
          <ac:spMkLst>
            <pc:docMk/>
            <pc:sldMk cId="2798172107" sldId="265"/>
            <ac:spMk id="8" creationId="{A1595790-FDAF-7B5B-B822-75B7288C3A5E}"/>
          </ac:spMkLst>
        </pc:spChg>
        <pc:spChg chg="add mod">
          <ac:chgData name="Kedree Proffitt" userId="cf51b1b7-7481-4dd8-85bf-a141dc4bc53e" providerId="ADAL" clId="{FD226552-67B1-469F-9A0D-26B715F29862}" dt="2025-08-21T20:45:44.144" v="75" actId="1076"/>
          <ac:spMkLst>
            <pc:docMk/>
            <pc:sldMk cId="2798172107" sldId="265"/>
            <ac:spMk id="9" creationId="{2550C903-66A7-62EC-A352-75E3FB14CB15}"/>
          </ac:spMkLst>
        </pc:spChg>
        <pc:spChg chg="add mod">
          <ac:chgData name="Kedree Proffitt" userId="cf51b1b7-7481-4dd8-85bf-a141dc4bc53e" providerId="ADAL" clId="{FD226552-67B1-469F-9A0D-26B715F29862}" dt="2025-08-21T20:45:49.654" v="78" actId="1076"/>
          <ac:spMkLst>
            <pc:docMk/>
            <pc:sldMk cId="2798172107" sldId="265"/>
            <ac:spMk id="10" creationId="{CEE20442-C26D-C421-EF4B-35001B9553C0}"/>
          </ac:spMkLst>
        </pc:spChg>
        <pc:spChg chg="add mod">
          <ac:chgData name="Kedree Proffitt" userId="cf51b1b7-7481-4dd8-85bf-a141dc4bc53e" providerId="ADAL" clId="{FD226552-67B1-469F-9A0D-26B715F29862}" dt="2025-08-21T20:45:56.104" v="81" actId="14100"/>
          <ac:spMkLst>
            <pc:docMk/>
            <pc:sldMk cId="2798172107" sldId="265"/>
            <ac:spMk id="11" creationId="{5E524E7C-171F-E0E9-F138-A9FB5EA51855}"/>
          </ac:spMkLst>
        </pc:spChg>
      </pc:sldChg>
      <pc:sldChg chg="addSp modSp mod modAnim">
        <pc:chgData name="Kedree Proffitt" userId="cf51b1b7-7481-4dd8-85bf-a141dc4bc53e" providerId="ADAL" clId="{FD226552-67B1-469F-9A0D-26B715F29862}" dt="2025-08-21T20:47:27.420" v="112" actId="14100"/>
        <pc:sldMkLst>
          <pc:docMk/>
          <pc:sldMk cId="3113334448" sldId="267"/>
        </pc:sldMkLst>
        <pc:spChg chg="add mod">
          <ac:chgData name="Kedree Proffitt" userId="cf51b1b7-7481-4dd8-85bf-a141dc4bc53e" providerId="ADAL" clId="{FD226552-67B1-469F-9A0D-26B715F29862}" dt="2025-08-21T20:46:31.633" v="86" actId="14100"/>
          <ac:spMkLst>
            <pc:docMk/>
            <pc:sldMk cId="3113334448" sldId="267"/>
            <ac:spMk id="5" creationId="{4DABD0DD-EFC6-6039-C39A-36159A71F313}"/>
          </ac:spMkLst>
        </pc:spChg>
        <pc:spChg chg="add mod">
          <ac:chgData name="Kedree Proffitt" userId="cf51b1b7-7481-4dd8-85bf-a141dc4bc53e" providerId="ADAL" clId="{FD226552-67B1-469F-9A0D-26B715F29862}" dt="2025-08-21T20:46:34.657" v="88" actId="1076"/>
          <ac:spMkLst>
            <pc:docMk/>
            <pc:sldMk cId="3113334448" sldId="267"/>
            <ac:spMk id="6" creationId="{8907CAAC-C5B7-8AFF-5C8C-229980E54C70}"/>
          </ac:spMkLst>
        </pc:spChg>
        <pc:spChg chg="add mod">
          <ac:chgData name="Kedree Proffitt" userId="cf51b1b7-7481-4dd8-85bf-a141dc4bc53e" providerId="ADAL" clId="{FD226552-67B1-469F-9A0D-26B715F29862}" dt="2025-08-21T20:46:54.313" v="95" actId="1076"/>
          <ac:spMkLst>
            <pc:docMk/>
            <pc:sldMk cId="3113334448" sldId="267"/>
            <ac:spMk id="8" creationId="{B6803E34-9576-EC06-8C83-B1D7450B2629}"/>
          </ac:spMkLst>
        </pc:spChg>
        <pc:spChg chg="add mod">
          <ac:chgData name="Kedree Proffitt" userId="cf51b1b7-7481-4dd8-85bf-a141dc4bc53e" providerId="ADAL" clId="{FD226552-67B1-469F-9A0D-26B715F29862}" dt="2025-08-21T20:46:59.536" v="97" actId="1076"/>
          <ac:spMkLst>
            <pc:docMk/>
            <pc:sldMk cId="3113334448" sldId="267"/>
            <ac:spMk id="9" creationId="{03F5D828-036B-6FCF-BBAA-615308C6BDED}"/>
          </ac:spMkLst>
        </pc:spChg>
        <pc:spChg chg="add mod">
          <ac:chgData name="Kedree Proffitt" userId="cf51b1b7-7481-4dd8-85bf-a141dc4bc53e" providerId="ADAL" clId="{FD226552-67B1-469F-9A0D-26B715F29862}" dt="2025-08-21T20:47:05.790" v="100" actId="14100"/>
          <ac:spMkLst>
            <pc:docMk/>
            <pc:sldMk cId="3113334448" sldId="267"/>
            <ac:spMk id="10" creationId="{2DDA015C-EFD4-FBCE-9A00-6F8422CB5F22}"/>
          </ac:spMkLst>
        </pc:spChg>
        <pc:spChg chg="add mod">
          <ac:chgData name="Kedree Proffitt" userId="cf51b1b7-7481-4dd8-85bf-a141dc4bc53e" providerId="ADAL" clId="{FD226552-67B1-469F-9A0D-26B715F29862}" dt="2025-08-21T20:47:11.032" v="103" actId="14100"/>
          <ac:spMkLst>
            <pc:docMk/>
            <pc:sldMk cId="3113334448" sldId="267"/>
            <ac:spMk id="11" creationId="{3EC7461B-72B9-66D2-37A8-E1EE3853D52F}"/>
          </ac:spMkLst>
        </pc:spChg>
        <pc:spChg chg="add mod">
          <ac:chgData name="Kedree Proffitt" userId="cf51b1b7-7481-4dd8-85bf-a141dc4bc53e" providerId="ADAL" clId="{FD226552-67B1-469F-9A0D-26B715F29862}" dt="2025-08-21T20:47:16.965" v="106" actId="14100"/>
          <ac:spMkLst>
            <pc:docMk/>
            <pc:sldMk cId="3113334448" sldId="267"/>
            <ac:spMk id="12" creationId="{F98AAFE0-3F3D-FAEF-C160-5D8FB8B8C741}"/>
          </ac:spMkLst>
        </pc:spChg>
        <pc:spChg chg="add mod">
          <ac:chgData name="Kedree Proffitt" userId="cf51b1b7-7481-4dd8-85bf-a141dc4bc53e" providerId="ADAL" clId="{FD226552-67B1-469F-9A0D-26B715F29862}" dt="2025-08-21T20:47:21.938" v="109" actId="14100"/>
          <ac:spMkLst>
            <pc:docMk/>
            <pc:sldMk cId="3113334448" sldId="267"/>
            <ac:spMk id="13" creationId="{037AF20F-10A8-94A3-2D5E-FB7AEBD4F14A}"/>
          </ac:spMkLst>
        </pc:spChg>
        <pc:spChg chg="add mod">
          <ac:chgData name="Kedree Proffitt" userId="cf51b1b7-7481-4dd8-85bf-a141dc4bc53e" providerId="ADAL" clId="{FD226552-67B1-469F-9A0D-26B715F29862}" dt="2025-08-21T20:47:27.420" v="112" actId="14100"/>
          <ac:spMkLst>
            <pc:docMk/>
            <pc:sldMk cId="3113334448" sldId="267"/>
            <ac:spMk id="14" creationId="{2F21D493-E296-3CDB-1A88-664D6751B903}"/>
          </ac:spMkLst>
        </pc:spChg>
      </pc:sldChg>
      <pc:sldChg chg="addSp modSp mod modAnim">
        <pc:chgData name="Kedree Proffitt" userId="cf51b1b7-7481-4dd8-85bf-a141dc4bc53e" providerId="ADAL" clId="{FD226552-67B1-469F-9A0D-26B715F29862}" dt="2025-08-21T20:48:06.717" v="129" actId="14100"/>
        <pc:sldMkLst>
          <pc:docMk/>
          <pc:sldMk cId="3599679894" sldId="269"/>
        </pc:sldMkLst>
        <pc:spChg chg="add mod">
          <ac:chgData name="Kedree Proffitt" userId="cf51b1b7-7481-4dd8-85bf-a141dc4bc53e" providerId="ADAL" clId="{FD226552-67B1-469F-9A0D-26B715F29862}" dt="2025-08-21T20:47:46.370" v="117" actId="14100"/>
          <ac:spMkLst>
            <pc:docMk/>
            <pc:sldMk cId="3599679894" sldId="269"/>
            <ac:spMk id="7" creationId="{36C6232B-1A61-DD48-8DCA-4C68135A4A4C}"/>
          </ac:spMkLst>
        </pc:spChg>
        <pc:spChg chg="add mod">
          <ac:chgData name="Kedree Proffitt" userId="cf51b1b7-7481-4dd8-85bf-a141dc4bc53e" providerId="ADAL" clId="{FD226552-67B1-469F-9A0D-26B715F29862}" dt="2025-08-21T20:47:50.553" v="120" actId="14100"/>
          <ac:spMkLst>
            <pc:docMk/>
            <pc:sldMk cId="3599679894" sldId="269"/>
            <ac:spMk id="8" creationId="{50F61E32-1DBE-FF52-A535-61B6E4D40753}"/>
          </ac:spMkLst>
        </pc:spChg>
        <pc:spChg chg="add mod">
          <ac:chgData name="Kedree Proffitt" userId="cf51b1b7-7481-4dd8-85bf-a141dc4bc53e" providerId="ADAL" clId="{FD226552-67B1-469F-9A0D-26B715F29862}" dt="2025-08-21T20:47:55.828" v="123" actId="14100"/>
          <ac:spMkLst>
            <pc:docMk/>
            <pc:sldMk cId="3599679894" sldId="269"/>
            <ac:spMk id="9" creationId="{609578AA-45FB-D5CD-D33D-F0E3631E3F01}"/>
          </ac:spMkLst>
        </pc:spChg>
        <pc:spChg chg="add mod">
          <ac:chgData name="Kedree Proffitt" userId="cf51b1b7-7481-4dd8-85bf-a141dc4bc53e" providerId="ADAL" clId="{FD226552-67B1-469F-9A0D-26B715F29862}" dt="2025-08-21T20:47:59.766" v="125" actId="1076"/>
          <ac:spMkLst>
            <pc:docMk/>
            <pc:sldMk cId="3599679894" sldId="269"/>
            <ac:spMk id="10" creationId="{43BF12EE-0D54-C8E0-B7E6-CDD93421A7A3}"/>
          </ac:spMkLst>
        </pc:spChg>
        <pc:spChg chg="add mod">
          <ac:chgData name="Kedree Proffitt" userId="cf51b1b7-7481-4dd8-85bf-a141dc4bc53e" providerId="ADAL" clId="{FD226552-67B1-469F-9A0D-26B715F29862}" dt="2025-08-21T20:48:06.717" v="129" actId="14100"/>
          <ac:spMkLst>
            <pc:docMk/>
            <pc:sldMk cId="3599679894" sldId="269"/>
            <ac:spMk id="11" creationId="{3A19224A-9F91-4A58-4370-6C6DF3D120D3}"/>
          </ac:spMkLst>
        </pc:spChg>
      </pc:sldChg>
      <pc:sldChg chg="addSp modSp mod modAnim">
        <pc:chgData name="Kedree Proffitt" userId="cf51b1b7-7481-4dd8-85bf-a141dc4bc53e" providerId="ADAL" clId="{FD226552-67B1-469F-9A0D-26B715F29862}" dt="2025-08-21T20:48:24.097" v="139" actId="1076"/>
        <pc:sldMkLst>
          <pc:docMk/>
          <pc:sldMk cId="3332175799" sldId="270"/>
        </pc:sldMkLst>
        <pc:spChg chg="add mod">
          <ac:chgData name="Kedree Proffitt" userId="cf51b1b7-7481-4dd8-85bf-a141dc4bc53e" providerId="ADAL" clId="{FD226552-67B1-469F-9A0D-26B715F29862}" dt="2025-08-21T20:48:13.384" v="132" actId="14100"/>
          <ac:spMkLst>
            <pc:docMk/>
            <pc:sldMk cId="3332175799" sldId="270"/>
            <ac:spMk id="4" creationId="{4A100781-9606-6076-502C-F2CAB0A54747}"/>
          </ac:spMkLst>
        </pc:spChg>
        <pc:spChg chg="add mod">
          <ac:chgData name="Kedree Proffitt" userId="cf51b1b7-7481-4dd8-85bf-a141dc4bc53e" providerId="ADAL" clId="{FD226552-67B1-469F-9A0D-26B715F29862}" dt="2025-08-21T20:48:18.456" v="135" actId="14100"/>
          <ac:spMkLst>
            <pc:docMk/>
            <pc:sldMk cId="3332175799" sldId="270"/>
            <ac:spMk id="5" creationId="{02C22290-8457-8023-A784-2596EDAC67C5}"/>
          </ac:spMkLst>
        </pc:spChg>
        <pc:spChg chg="add mod">
          <ac:chgData name="Kedree Proffitt" userId="cf51b1b7-7481-4dd8-85bf-a141dc4bc53e" providerId="ADAL" clId="{FD226552-67B1-469F-9A0D-26B715F29862}" dt="2025-08-21T20:48:21.384" v="137" actId="1076"/>
          <ac:spMkLst>
            <pc:docMk/>
            <pc:sldMk cId="3332175799" sldId="270"/>
            <ac:spMk id="6" creationId="{094ED7A5-9981-940B-D4CD-F53FFA97B6A5}"/>
          </ac:spMkLst>
        </pc:spChg>
        <pc:spChg chg="add mod">
          <ac:chgData name="Kedree Proffitt" userId="cf51b1b7-7481-4dd8-85bf-a141dc4bc53e" providerId="ADAL" clId="{FD226552-67B1-469F-9A0D-26B715F29862}" dt="2025-08-21T20:48:24.097" v="139" actId="1076"/>
          <ac:spMkLst>
            <pc:docMk/>
            <pc:sldMk cId="3332175799" sldId="270"/>
            <ac:spMk id="7" creationId="{43FD797A-35DB-819B-F1AF-24E6988A3481}"/>
          </ac:spMkLst>
        </pc:spChg>
      </pc:sldChg>
      <pc:sldChg chg="add del">
        <pc:chgData name="Kedree Proffitt" userId="cf51b1b7-7481-4dd8-85bf-a141dc4bc53e" providerId="ADAL" clId="{FD226552-67B1-469F-9A0D-26B715F29862}" dt="2025-08-21T20:47:33.804" v="114"/>
        <pc:sldMkLst>
          <pc:docMk/>
          <pc:sldMk cId="283993918" sldId="271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0E5941-0CF6-4257-B2AA-DD59AFDE4F5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2E934D6-4C0A-4B78-9D03-AA2FCE50A510}">
      <dgm:prSet/>
      <dgm:spPr/>
      <dgm:t>
        <a:bodyPr/>
        <a:lstStyle/>
        <a:p>
          <a:r>
            <a:rPr lang="en-US"/>
            <a:t>When electrons accelerate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photons are generated</a:t>
          </a:r>
        </a:p>
      </dgm:t>
    </dgm:pt>
    <dgm:pt modelId="{557458CC-0B3F-42E3-A44D-769DF6EE869E}" type="parTrans" cxnId="{37C70EB7-C601-431C-AA1B-75D791D3C67C}">
      <dgm:prSet/>
      <dgm:spPr/>
      <dgm:t>
        <a:bodyPr/>
        <a:lstStyle/>
        <a:p>
          <a:endParaRPr lang="en-US"/>
        </a:p>
      </dgm:t>
    </dgm:pt>
    <dgm:pt modelId="{8E08733E-A3A9-4FFB-AE7E-82642649A40B}" type="sibTrans" cxnId="{37C70EB7-C601-431C-AA1B-75D791D3C67C}">
      <dgm:prSet/>
      <dgm:spPr/>
      <dgm:t>
        <a:bodyPr/>
        <a:lstStyle/>
        <a:p>
          <a:endParaRPr lang="en-US"/>
        </a:p>
      </dgm:t>
    </dgm:pt>
    <dgm:pt modelId="{E0F3BC00-E624-4E6D-A972-6C476F30B27E}">
      <dgm:prSet/>
      <dgm:spPr/>
      <dgm:t>
        <a:bodyPr/>
        <a:lstStyle/>
        <a:p>
          <a:r>
            <a:rPr lang="en-US"/>
            <a:t>Acceleration can occur two ways; SPEED or DIRECTION</a:t>
          </a:r>
        </a:p>
      </dgm:t>
    </dgm:pt>
    <dgm:pt modelId="{A135AE4F-A00F-4CC1-B1AD-A874645799A3}" type="parTrans" cxnId="{4170F6E9-91D8-43E6-9EE4-A75135EBF0D4}">
      <dgm:prSet/>
      <dgm:spPr/>
      <dgm:t>
        <a:bodyPr/>
        <a:lstStyle/>
        <a:p>
          <a:endParaRPr lang="en-US"/>
        </a:p>
      </dgm:t>
    </dgm:pt>
    <dgm:pt modelId="{4067D830-20DA-4518-BBD7-C27739E22943}" type="sibTrans" cxnId="{4170F6E9-91D8-43E6-9EE4-A75135EBF0D4}">
      <dgm:prSet/>
      <dgm:spPr/>
      <dgm:t>
        <a:bodyPr/>
        <a:lstStyle/>
        <a:p>
          <a:endParaRPr lang="en-US"/>
        </a:p>
      </dgm:t>
    </dgm:pt>
    <dgm:pt modelId="{BC3B3054-DF2A-443D-A31F-B5486EE3979F}">
      <dgm:prSet/>
      <dgm:spPr/>
      <dgm:t>
        <a:bodyPr/>
        <a:lstStyle/>
        <a:p>
          <a:r>
            <a:rPr lang="en-US"/>
            <a:t>High speed accelerating electrons are awesome and dangerous: X-rays</a:t>
          </a:r>
        </a:p>
      </dgm:t>
    </dgm:pt>
    <dgm:pt modelId="{FF429524-22DD-4C4C-BA07-360ACCBA8CB2}" type="parTrans" cxnId="{49A367C2-ACD5-418A-94E5-63142D309716}">
      <dgm:prSet/>
      <dgm:spPr/>
      <dgm:t>
        <a:bodyPr/>
        <a:lstStyle/>
        <a:p>
          <a:endParaRPr lang="en-US"/>
        </a:p>
      </dgm:t>
    </dgm:pt>
    <dgm:pt modelId="{D8B85868-B390-4A35-91B6-C6A9801A026B}" type="sibTrans" cxnId="{49A367C2-ACD5-418A-94E5-63142D309716}">
      <dgm:prSet/>
      <dgm:spPr/>
      <dgm:t>
        <a:bodyPr/>
        <a:lstStyle/>
        <a:p>
          <a:endParaRPr lang="en-US"/>
        </a:p>
      </dgm:t>
    </dgm:pt>
    <dgm:pt modelId="{A900691D-1D91-460A-9C52-4695057105CD}">
      <dgm:prSet/>
      <dgm:spPr/>
      <dgm:t>
        <a:bodyPr/>
        <a:lstStyle/>
        <a:p>
          <a:r>
            <a:rPr lang="en-US"/>
            <a:t>We often want fast electrons, easiest way to get them is VOLTAGE</a:t>
          </a:r>
        </a:p>
      </dgm:t>
    </dgm:pt>
    <dgm:pt modelId="{249277C3-7E49-4D1F-A9CB-4B075683272D}" type="parTrans" cxnId="{7A0B0F1A-9CAB-4DCE-9B0B-2C068C89D6FC}">
      <dgm:prSet/>
      <dgm:spPr/>
      <dgm:t>
        <a:bodyPr/>
        <a:lstStyle/>
        <a:p>
          <a:endParaRPr lang="en-US"/>
        </a:p>
      </dgm:t>
    </dgm:pt>
    <dgm:pt modelId="{F856705E-74E6-4056-BC3D-A1F1615A7EF5}" type="sibTrans" cxnId="{7A0B0F1A-9CAB-4DCE-9B0B-2C068C89D6FC}">
      <dgm:prSet/>
      <dgm:spPr/>
      <dgm:t>
        <a:bodyPr/>
        <a:lstStyle/>
        <a:p>
          <a:endParaRPr lang="en-US"/>
        </a:p>
      </dgm:t>
    </dgm:pt>
    <dgm:pt modelId="{6674B104-DB23-49FE-A43E-3A7840A4726B}">
      <dgm:prSet/>
      <dgm:spPr/>
      <dgm:t>
        <a:bodyPr/>
        <a:lstStyle/>
        <a:p>
          <a:r>
            <a:rPr lang="en-US"/>
            <a:t>VOLTAGE gives electrons energy, makes them accelerate (charged particles)</a:t>
          </a:r>
        </a:p>
      </dgm:t>
    </dgm:pt>
    <dgm:pt modelId="{673BF0CE-5C9A-4D87-8A5E-7083C8128ADA}" type="parTrans" cxnId="{3833B09C-9C05-4297-A0A8-531F27C84119}">
      <dgm:prSet/>
      <dgm:spPr/>
      <dgm:t>
        <a:bodyPr/>
        <a:lstStyle/>
        <a:p>
          <a:endParaRPr lang="en-US"/>
        </a:p>
      </dgm:t>
    </dgm:pt>
    <dgm:pt modelId="{BABCA233-4410-4D59-97C0-17464DBF0AB7}" type="sibTrans" cxnId="{3833B09C-9C05-4297-A0A8-531F27C84119}">
      <dgm:prSet/>
      <dgm:spPr/>
      <dgm:t>
        <a:bodyPr/>
        <a:lstStyle/>
        <a:p>
          <a:endParaRPr lang="en-US"/>
        </a:p>
      </dgm:t>
    </dgm:pt>
    <dgm:pt modelId="{D981D514-32A6-4659-A47F-4A19817E9722}" type="pres">
      <dgm:prSet presAssocID="{140E5941-0CF6-4257-B2AA-DD59AFDE4F58}" presName="vert0" presStyleCnt="0">
        <dgm:presLayoutVars>
          <dgm:dir/>
          <dgm:animOne val="branch"/>
          <dgm:animLvl val="lvl"/>
        </dgm:presLayoutVars>
      </dgm:prSet>
      <dgm:spPr/>
    </dgm:pt>
    <dgm:pt modelId="{87E59565-65A1-4914-9C9C-7E33AC584725}" type="pres">
      <dgm:prSet presAssocID="{62E934D6-4C0A-4B78-9D03-AA2FCE50A510}" presName="thickLine" presStyleLbl="alignNode1" presStyleIdx="0" presStyleCnt="5"/>
      <dgm:spPr/>
    </dgm:pt>
    <dgm:pt modelId="{34C47D7F-2CFA-4C25-9B85-A503DE656CF4}" type="pres">
      <dgm:prSet presAssocID="{62E934D6-4C0A-4B78-9D03-AA2FCE50A510}" presName="horz1" presStyleCnt="0"/>
      <dgm:spPr/>
    </dgm:pt>
    <dgm:pt modelId="{B941F6EB-7710-4838-9EB0-31F7E19FBE2D}" type="pres">
      <dgm:prSet presAssocID="{62E934D6-4C0A-4B78-9D03-AA2FCE50A510}" presName="tx1" presStyleLbl="revTx" presStyleIdx="0" presStyleCnt="5"/>
      <dgm:spPr/>
    </dgm:pt>
    <dgm:pt modelId="{9634B52C-CBFD-4408-B1FE-6B2FA3BA96B7}" type="pres">
      <dgm:prSet presAssocID="{62E934D6-4C0A-4B78-9D03-AA2FCE50A510}" presName="vert1" presStyleCnt="0"/>
      <dgm:spPr/>
    </dgm:pt>
    <dgm:pt modelId="{9807347D-A3B8-47B0-B694-DB545B056A47}" type="pres">
      <dgm:prSet presAssocID="{E0F3BC00-E624-4E6D-A972-6C476F30B27E}" presName="thickLine" presStyleLbl="alignNode1" presStyleIdx="1" presStyleCnt="5"/>
      <dgm:spPr/>
    </dgm:pt>
    <dgm:pt modelId="{0EB1EE0A-8CA0-42B5-B2C9-126E0F646B18}" type="pres">
      <dgm:prSet presAssocID="{E0F3BC00-E624-4E6D-A972-6C476F30B27E}" presName="horz1" presStyleCnt="0"/>
      <dgm:spPr/>
    </dgm:pt>
    <dgm:pt modelId="{B6F062CD-0B70-445C-9F63-AFE652DDD600}" type="pres">
      <dgm:prSet presAssocID="{E0F3BC00-E624-4E6D-A972-6C476F30B27E}" presName="tx1" presStyleLbl="revTx" presStyleIdx="1" presStyleCnt="5"/>
      <dgm:spPr/>
    </dgm:pt>
    <dgm:pt modelId="{BE50B1CD-DD20-41C5-B56C-8BF3DE72C78C}" type="pres">
      <dgm:prSet presAssocID="{E0F3BC00-E624-4E6D-A972-6C476F30B27E}" presName="vert1" presStyleCnt="0"/>
      <dgm:spPr/>
    </dgm:pt>
    <dgm:pt modelId="{983E9B9A-2204-45AF-9FC0-B3C695CF6B23}" type="pres">
      <dgm:prSet presAssocID="{BC3B3054-DF2A-443D-A31F-B5486EE3979F}" presName="thickLine" presStyleLbl="alignNode1" presStyleIdx="2" presStyleCnt="5"/>
      <dgm:spPr/>
    </dgm:pt>
    <dgm:pt modelId="{787D8C0E-D555-492E-96E0-46B0B0B402A3}" type="pres">
      <dgm:prSet presAssocID="{BC3B3054-DF2A-443D-A31F-B5486EE3979F}" presName="horz1" presStyleCnt="0"/>
      <dgm:spPr/>
    </dgm:pt>
    <dgm:pt modelId="{914B6F3B-9449-4F37-87F7-37E152FE39C3}" type="pres">
      <dgm:prSet presAssocID="{BC3B3054-DF2A-443D-A31F-B5486EE3979F}" presName="tx1" presStyleLbl="revTx" presStyleIdx="2" presStyleCnt="5"/>
      <dgm:spPr/>
    </dgm:pt>
    <dgm:pt modelId="{306BAF03-6EE5-4075-B223-CC6E0E6ACBCC}" type="pres">
      <dgm:prSet presAssocID="{BC3B3054-DF2A-443D-A31F-B5486EE3979F}" presName="vert1" presStyleCnt="0"/>
      <dgm:spPr/>
    </dgm:pt>
    <dgm:pt modelId="{A2984EEE-B2BC-40B4-A54F-8154ADFF72B7}" type="pres">
      <dgm:prSet presAssocID="{A900691D-1D91-460A-9C52-4695057105CD}" presName="thickLine" presStyleLbl="alignNode1" presStyleIdx="3" presStyleCnt="5"/>
      <dgm:spPr/>
    </dgm:pt>
    <dgm:pt modelId="{786D14F2-0E58-4535-9AE3-433D5B979BDF}" type="pres">
      <dgm:prSet presAssocID="{A900691D-1D91-460A-9C52-4695057105CD}" presName="horz1" presStyleCnt="0"/>
      <dgm:spPr/>
    </dgm:pt>
    <dgm:pt modelId="{F314DB79-67F5-432C-BDFF-24F47B10F3FE}" type="pres">
      <dgm:prSet presAssocID="{A900691D-1D91-460A-9C52-4695057105CD}" presName="tx1" presStyleLbl="revTx" presStyleIdx="3" presStyleCnt="5"/>
      <dgm:spPr/>
    </dgm:pt>
    <dgm:pt modelId="{440DDB29-0185-48E5-BE7C-9D3583FF3AE8}" type="pres">
      <dgm:prSet presAssocID="{A900691D-1D91-460A-9C52-4695057105CD}" presName="vert1" presStyleCnt="0"/>
      <dgm:spPr/>
    </dgm:pt>
    <dgm:pt modelId="{8B6CA3DD-F604-45E5-B22D-605E2E3DC8D1}" type="pres">
      <dgm:prSet presAssocID="{6674B104-DB23-49FE-A43E-3A7840A4726B}" presName="thickLine" presStyleLbl="alignNode1" presStyleIdx="4" presStyleCnt="5"/>
      <dgm:spPr/>
    </dgm:pt>
    <dgm:pt modelId="{072627DC-A5C4-4086-85F9-5468C5F25784}" type="pres">
      <dgm:prSet presAssocID="{6674B104-DB23-49FE-A43E-3A7840A4726B}" presName="horz1" presStyleCnt="0"/>
      <dgm:spPr/>
    </dgm:pt>
    <dgm:pt modelId="{82D6DEEC-4F5A-4B55-A23D-FD1348BE6DD9}" type="pres">
      <dgm:prSet presAssocID="{6674B104-DB23-49FE-A43E-3A7840A4726B}" presName="tx1" presStyleLbl="revTx" presStyleIdx="4" presStyleCnt="5"/>
      <dgm:spPr/>
    </dgm:pt>
    <dgm:pt modelId="{CB2FCD32-14B6-4703-9DD8-689062A482B8}" type="pres">
      <dgm:prSet presAssocID="{6674B104-DB23-49FE-A43E-3A7840A4726B}" presName="vert1" presStyleCnt="0"/>
      <dgm:spPr/>
    </dgm:pt>
  </dgm:ptLst>
  <dgm:cxnLst>
    <dgm:cxn modelId="{6FDC9101-9EBA-451E-8919-E9946ABC0916}" type="presOf" srcId="{62E934D6-4C0A-4B78-9D03-AA2FCE50A510}" destId="{B941F6EB-7710-4838-9EB0-31F7E19FBE2D}" srcOrd="0" destOrd="0" presId="urn:microsoft.com/office/officeart/2008/layout/LinedList"/>
    <dgm:cxn modelId="{7A0B0F1A-9CAB-4DCE-9B0B-2C068C89D6FC}" srcId="{140E5941-0CF6-4257-B2AA-DD59AFDE4F58}" destId="{A900691D-1D91-460A-9C52-4695057105CD}" srcOrd="3" destOrd="0" parTransId="{249277C3-7E49-4D1F-A9CB-4B075683272D}" sibTransId="{F856705E-74E6-4056-BC3D-A1F1615A7EF5}"/>
    <dgm:cxn modelId="{5CBDE337-039B-49B0-822D-B00ED3A74039}" type="presOf" srcId="{6674B104-DB23-49FE-A43E-3A7840A4726B}" destId="{82D6DEEC-4F5A-4B55-A23D-FD1348BE6DD9}" srcOrd="0" destOrd="0" presId="urn:microsoft.com/office/officeart/2008/layout/LinedList"/>
    <dgm:cxn modelId="{2E579760-F16D-475E-B6C2-0BD3E550678B}" type="presOf" srcId="{A900691D-1D91-460A-9C52-4695057105CD}" destId="{F314DB79-67F5-432C-BDFF-24F47B10F3FE}" srcOrd="0" destOrd="0" presId="urn:microsoft.com/office/officeart/2008/layout/LinedList"/>
    <dgm:cxn modelId="{02F35256-FDFD-4EAE-BA99-C42AA93F57F5}" type="presOf" srcId="{E0F3BC00-E624-4E6D-A972-6C476F30B27E}" destId="{B6F062CD-0B70-445C-9F63-AFE652DDD600}" srcOrd="0" destOrd="0" presId="urn:microsoft.com/office/officeart/2008/layout/LinedList"/>
    <dgm:cxn modelId="{A7AEE37C-08EC-41E4-A909-026C4C4573D0}" type="presOf" srcId="{BC3B3054-DF2A-443D-A31F-B5486EE3979F}" destId="{914B6F3B-9449-4F37-87F7-37E152FE39C3}" srcOrd="0" destOrd="0" presId="urn:microsoft.com/office/officeart/2008/layout/LinedList"/>
    <dgm:cxn modelId="{3A8F9586-C9E9-4BAA-94AB-1DC9DB8D9F71}" type="presOf" srcId="{140E5941-0CF6-4257-B2AA-DD59AFDE4F58}" destId="{D981D514-32A6-4659-A47F-4A19817E9722}" srcOrd="0" destOrd="0" presId="urn:microsoft.com/office/officeart/2008/layout/LinedList"/>
    <dgm:cxn modelId="{3833B09C-9C05-4297-A0A8-531F27C84119}" srcId="{140E5941-0CF6-4257-B2AA-DD59AFDE4F58}" destId="{6674B104-DB23-49FE-A43E-3A7840A4726B}" srcOrd="4" destOrd="0" parTransId="{673BF0CE-5C9A-4D87-8A5E-7083C8128ADA}" sibTransId="{BABCA233-4410-4D59-97C0-17464DBF0AB7}"/>
    <dgm:cxn modelId="{37C70EB7-C601-431C-AA1B-75D791D3C67C}" srcId="{140E5941-0CF6-4257-B2AA-DD59AFDE4F58}" destId="{62E934D6-4C0A-4B78-9D03-AA2FCE50A510}" srcOrd="0" destOrd="0" parTransId="{557458CC-0B3F-42E3-A44D-769DF6EE869E}" sibTransId="{8E08733E-A3A9-4FFB-AE7E-82642649A40B}"/>
    <dgm:cxn modelId="{49A367C2-ACD5-418A-94E5-63142D309716}" srcId="{140E5941-0CF6-4257-B2AA-DD59AFDE4F58}" destId="{BC3B3054-DF2A-443D-A31F-B5486EE3979F}" srcOrd="2" destOrd="0" parTransId="{FF429524-22DD-4C4C-BA07-360ACCBA8CB2}" sibTransId="{D8B85868-B390-4A35-91B6-C6A9801A026B}"/>
    <dgm:cxn modelId="{4170F6E9-91D8-43E6-9EE4-A75135EBF0D4}" srcId="{140E5941-0CF6-4257-B2AA-DD59AFDE4F58}" destId="{E0F3BC00-E624-4E6D-A972-6C476F30B27E}" srcOrd="1" destOrd="0" parTransId="{A135AE4F-A00F-4CC1-B1AD-A874645799A3}" sibTransId="{4067D830-20DA-4518-BBD7-C27739E22943}"/>
    <dgm:cxn modelId="{37EA8AFD-9CF7-4BD3-8A40-8DED8D415E18}" type="presParOf" srcId="{D981D514-32A6-4659-A47F-4A19817E9722}" destId="{87E59565-65A1-4914-9C9C-7E33AC584725}" srcOrd="0" destOrd="0" presId="urn:microsoft.com/office/officeart/2008/layout/LinedList"/>
    <dgm:cxn modelId="{EA28320A-E6D6-4E58-8026-AED4467CA04A}" type="presParOf" srcId="{D981D514-32A6-4659-A47F-4A19817E9722}" destId="{34C47D7F-2CFA-4C25-9B85-A503DE656CF4}" srcOrd="1" destOrd="0" presId="urn:microsoft.com/office/officeart/2008/layout/LinedList"/>
    <dgm:cxn modelId="{359AA2D9-FA41-4966-A60B-74D229BD2B23}" type="presParOf" srcId="{34C47D7F-2CFA-4C25-9B85-A503DE656CF4}" destId="{B941F6EB-7710-4838-9EB0-31F7E19FBE2D}" srcOrd="0" destOrd="0" presId="urn:microsoft.com/office/officeart/2008/layout/LinedList"/>
    <dgm:cxn modelId="{AACB401E-8BB9-4F0C-B578-AD64CF82D13E}" type="presParOf" srcId="{34C47D7F-2CFA-4C25-9B85-A503DE656CF4}" destId="{9634B52C-CBFD-4408-B1FE-6B2FA3BA96B7}" srcOrd="1" destOrd="0" presId="urn:microsoft.com/office/officeart/2008/layout/LinedList"/>
    <dgm:cxn modelId="{14903E2C-9E22-4657-9214-BE20C89EBBC1}" type="presParOf" srcId="{D981D514-32A6-4659-A47F-4A19817E9722}" destId="{9807347D-A3B8-47B0-B694-DB545B056A47}" srcOrd="2" destOrd="0" presId="urn:microsoft.com/office/officeart/2008/layout/LinedList"/>
    <dgm:cxn modelId="{70B4C32D-37D7-4490-94CA-D1E68DCBA552}" type="presParOf" srcId="{D981D514-32A6-4659-A47F-4A19817E9722}" destId="{0EB1EE0A-8CA0-42B5-B2C9-126E0F646B18}" srcOrd="3" destOrd="0" presId="urn:microsoft.com/office/officeart/2008/layout/LinedList"/>
    <dgm:cxn modelId="{BE8F80C7-74A2-455E-B4C1-05B9EA56E3C6}" type="presParOf" srcId="{0EB1EE0A-8CA0-42B5-B2C9-126E0F646B18}" destId="{B6F062CD-0B70-445C-9F63-AFE652DDD600}" srcOrd="0" destOrd="0" presId="urn:microsoft.com/office/officeart/2008/layout/LinedList"/>
    <dgm:cxn modelId="{0BB8FE65-C062-441C-AED6-9D933483EAC9}" type="presParOf" srcId="{0EB1EE0A-8CA0-42B5-B2C9-126E0F646B18}" destId="{BE50B1CD-DD20-41C5-B56C-8BF3DE72C78C}" srcOrd="1" destOrd="0" presId="urn:microsoft.com/office/officeart/2008/layout/LinedList"/>
    <dgm:cxn modelId="{BEE98075-AB76-4C3E-9965-DF760F91FE1E}" type="presParOf" srcId="{D981D514-32A6-4659-A47F-4A19817E9722}" destId="{983E9B9A-2204-45AF-9FC0-B3C695CF6B23}" srcOrd="4" destOrd="0" presId="urn:microsoft.com/office/officeart/2008/layout/LinedList"/>
    <dgm:cxn modelId="{3BC57543-DB32-434C-92FE-C345F7E818E9}" type="presParOf" srcId="{D981D514-32A6-4659-A47F-4A19817E9722}" destId="{787D8C0E-D555-492E-96E0-46B0B0B402A3}" srcOrd="5" destOrd="0" presId="urn:microsoft.com/office/officeart/2008/layout/LinedList"/>
    <dgm:cxn modelId="{102C793B-3CED-4F38-B71C-F2BA6CB59406}" type="presParOf" srcId="{787D8C0E-D555-492E-96E0-46B0B0B402A3}" destId="{914B6F3B-9449-4F37-87F7-37E152FE39C3}" srcOrd="0" destOrd="0" presId="urn:microsoft.com/office/officeart/2008/layout/LinedList"/>
    <dgm:cxn modelId="{B131215D-9A09-47D0-81B4-29F0E807B4BC}" type="presParOf" srcId="{787D8C0E-D555-492E-96E0-46B0B0B402A3}" destId="{306BAF03-6EE5-4075-B223-CC6E0E6ACBCC}" srcOrd="1" destOrd="0" presId="urn:microsoft.com/office/officeart/2008/layout/LinedList"/>
    <dgm:cxn modelId="{745FA764-65EA-4F6C-AD48-DB148B7AFC31}" type="presParOf" srcId="{D981D514-32A6-4659-A47F-4A19817E9722}" destId="{A2984EEE-B2BC-40B4-A54F-8154ADFF72B7}" srcOrd="6" destOrd="0" presId="urn:microsoft.com/office/officeart/2008/layout/LinedList"/>
    <dgm:cxn modelId="{9C1AC694-F018-426D-8F13-FF8757FD1C6F}" type="presParOf" srcId="{D981D514-32A6-4659-A47F-4A19817E9722}" destId="{786D14F2-0E58-4535-9AE3-433D5B979BDF}" srcOrd="7" destOrd="0" presId="urn:microsoft.com/office/officeart/2008/layout/LinedList"/>
    <dgm:cxn modelId="{91C9E81F-D7E5-4279-9C38-7B3E95EBF401}" type="presParOf" srcId="{786D14F2-0E58-4535-9AE3-433D5B979BDF}" destId="{F314DB79-67F5-432C-BDFF-24F47B10F3FE}" srcOrd="0" destOrd="0" presId="urn:microsoft.com/office/officeart/2008/layout/LinedList"/>
    <dgm:cxn modelId="{899A22B8-AF9E-464A-A658-218C7294FA84}" type="presParOf" srcId="{786D14F2-0E58-4535-9AE3-433D5B979BDF}" destId="{440DDB29-0185-48E5-BE7C-9D3583FF3AE8}" srcOrd="1" destOrd="0" presId="urn:microsoft.com/office/officeart/2008/layout/LinedList"/>
    <dgm:cxn modelId="{18883DEE-5BA0-4755-BD68-B1C31846B396}" type="presParOf" srcId="{D981D514-32A6-4659-A47F-4A19817E9722}" destId="{8B6CA3DD-F604-45E5-B22D-605E2E3DC8D1}" srcOrd="8" destOrd="0" presId="urn:microsoft.com/office/officeart/2008/layout/LinedList"/>
    <dgm:cxn modelId="{DE2359A0-2F94-4F91-A673-14A1A20DF5E0}" type="presParOf" srcId="{D981D514-32A6-4659-A47F-4A19817E9722}" destId="{072627DC-A5C4-4086-85F9-5468C5F25784}" srcOrd="9" destOrd="0" presId="urn:microsoft.com/office/officeart/2008/layout/LinedList"/>
    <dgm:cxn modelId="{6FFFEAAF-8F50-4899-A435-F30D64BC6E41}" type="presParOf" srcId="{072627DC-A5C4-4086-85F9-5468C5F25784}" destId="{82D6DEEC-4F5A-4B55-A23D-FD1348BE6DD9}" srcOrd="0" destOrd="0" presId="urn:microsoft.com/office/officeart/2008/layout/LinedList"/>
    <dgm:cxn modelId="{25288EBB-4C89-47CF-8184-6CAB095E15F4}" type="presParOf" srcId="{072627DC-A5C4-4086-85F9-5468C5F25784}" destId="{CB2FCD32-14B6-4703-9DD8-689062A482B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A9A0FB7-F745-4ADC-9481-94583EF2F81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D00D326-4FDC-4D4C-B144-FE0BCE248E73}">
      <dgm:prSet/>
      <dgm:spPr/>
      <dgm:t>
        <a:bodyPr/>
        <a:lstStyle/>
        <a:p>
          <a:r>
            <a:rPr lang="en-US"/>
            <a:t>An atomic mass unit (amu) is 1/12</a:t>
          </a:r>
          <a:r>
            <a:rPr lang="en-US" baseline="30000"/>
            <a:t>th</a:t>
          </a:r>
          <a:r>
            <a:rPr lang="en-US"/>
            <a:t> of the mass of a carbon-12 </a:t>
          </a:r>
          <a:r>
            <a:rPr lang="en-US" b="1"/>
            <a:t>nucleus</a:t>
          </a:r>
          <a:r>
            <a:rPr lang="en-US"/>
            <a:t>.</a:t>
          </a:r>
        </a:p>
      </dgm:t>
    </dgm:pt>
    <dgm:pt modelId="{B83667DB-DF58-4F81-94F8-6689F1A5BD69}" type="parTrans" cxnId="{FC6F5DA5-BE31-4127-B745-F91E44A8644E}">
      <dgm:prSet/>
      <dgm:spPr/>
      <dgm:t>
        <a:bodyPr/>
        <a:lstStyle/>
        <a:p>
          <a:endParaRPr lang="en-US"/>
        </a:p>
      </dgm:t>
    </dgm:pt>
    <dgm:pt modelId="{C01631AF-7756-4574-86EA-56F94398FBD0}" type="sibTrans" cxnId="{FC6F5DA5-BE31-4127-B745-F91E44A8644E}">
      <dgm:prSet/>
      <dgm:spPr/>
      <dgm:t>
        <a:bodyPr/>
        <a:lstStyle/>
        <a:p>
          <a:endParaRPr lang="en-US"/>
        </a:p>
      </dgm:t>
    </dgm:pt>
    <dgm:pt modelId="{CB51ED94-04E1-4F4F-9330-3E38DB9A8410}">
      <dgm:prSet/>
      <dgm:spPr/>
      <dgm:t>
        <a:bodyPr/>
        <a:lstStyle/>
        <a:p>
          <a:r>
            <a:rPr lang="en-US"/>
            <a:t>Carbon-12 has 6 protons and 6 neutrons and weighs 12 amu (by definition).</a:t>
          </a:r>
        </a:p>
      </dgm:t>
    </dgm:pt>
    <dgm:pt modelId="{9E8D6CAE-C9E6-49F8-AE50-B3368D796BF7}" type="parTrans" cxnId="{CD01608B-AA87-4177-9E3C-A29E62971B66}">
      <dgm:prSet/>
      <dgm:spPr/>
      <dgm:t>
        <a:bodyPr/>
        <a:lstStyle/>
        <a:p>
          <a:endParaRPr lang="en-US"/>
        </a:p>
      </dgm:t>
    </dgm:pt>
    <dgm:pt modelId="{DA68F6B7-3C71-4109-9F5B-D2155E1336D0}" type="sibTrans" cxnId="{CD01608B-AA87-4177-9E3C-A29E62971B66}">
      <dgm:prSet/>
      <dgm:spPr/>
      <dgm:t>
        <a:bodyPr/>
        <a:lstStyle/>
        <a:p>
          <a:endParaRPr lang="en-US"/>
        </a:p>
      </dgm:t>
    </dgm:pt>
    <dgm:pt modelId="{7333F6B9-504A-4B96-B6C6-3E62AB8BD4E4}">
      <dgm:prSet/>
      <dgm:spPr/>
      <dgm:t>
        <a:bodyPr/>
        <a:lstStyle/>
        <a:p>
          <a:r>
            <a:rPr lang="en-US"/>
            <a:t>Protons and neutrons weigh ~ the same, each is about 1 amu</a:t>
          </a:r>
        </a:p>
      </dgm:t>
    </dgm:pt>
    <dgm:pt modelId="{70296A33-8BD6-440E-A5E0-51A8D59594DC}" type="parTrans" cxnId="{410A515C-0DD2-409E-98C3-4F33C5D54922}">
      <dgm:prSet/>
      <dgm:spPr/>
      <dgm:t>
        <a:bodyPr/>
        <a:lstStyle/>
        <a:p>
          <a:endParaRPr lang="en-US"/>
        </a:p>
      </dgm:t>
    </dgm:pt>
    <dgm:pt modelId="{2BFB3CD9-A261-4BD6-ACA7-F809ABC60279}" type="sibTrans" cxnId="{410A515C-0DD2-409E-98C3-4F33C5D54922}">
      <dgm:prSet/>
      <dgm:spPr/>
      <dgm:t>
        <a:bodyPr/>
        <a:lstStyle/>
        <a:p>
          <a:endParaRPr lang="en-US"/>
        </a:p>
      </dgm:t>
    </dgm:pt>
    <dgm:pt modelId="{8E997872-0DE9-41A9-8634-FB6DE0A1E548}">
      <dgm:prSet/>
      <dgm:spPr/>
      <dgm:t>
        <a:bodyPr/>
        <a:lstStyle/>
        <a:p>
          <a:r>
            <a:rPr lang="en-US"/>
            <a:t>1 amu = 1.66E-27 kg</a:t>
          </a:r>
        </a:p>
      </dgm:t>
    </dgm:pt>
    <dgm:pt modelId="{41C21743-0789-4E5B-8CD6-89B4E2EEC083}" type="parTrans" cxnId="{5EEB60D8-6AC1-4C72-90B9-A4B781A5966F}">
      <dgm:prSet/>
      <dgm:spPr/>
      <dgm:t>
        <a:bodyPr/>
        <a:lstStyle/>
        <a:p>
          <a:endParaRPr lang="en-US"/>
        </a:p>
      </dgm:t>
    </dgm:pt>
    <dgm:pt modelId="{424DF0D8-AE47-45B7-94F7-F98F94F591D2}" type="sibTrans" cxnId="{5EEB60D8-6AC1-4C72-90B9-A4B781A5966F}">
      <dgm:prSet/>
      <dgm:spPr/>
      <dgm:t>
        <a:bodyPr/>
        <a:lstStyle/>
        <a:p>
          <a:endParaRPr lang="en-US"/>
        </a:p>
      </dgm:t>
    </dgm:pt>
    <dgm:pt modelId="{2C6DB576-1B9F-4381-9201-4185B9F551C1}" type="pres">
      <dgm:prSet presAssocID="{8A9A0FB7-F745-4ADC-9481-94583EF2F812}" presName="vert0" presStyleCnt="0">
        <dgm:presLayoutVars>
          <dgm:dir/>
          <dgm:animOne val="branch"/>
          <dgm:animLvl val="lvl"/>
        </dgm:presLayoutVars>
      </dgm:prSet>
      <dgm:spPr/>
    </dgm:pt>
    <dgm:pt modelId="{045C4567-30BB-449C-A033-F7654323FFE7}" type="pres">
      <dgm:prSet presAssocID="{4D00D326-4FDC-4D4C-B144-FE0BCE248E73}" presName="thickLine" presStyleLbl="alignNode1" presStyleIdx="0" presStyleCnt="4"/>
      <dgm:spPr/>
    </dgm:pt>
    <dgm:pt modelId="{74043580-521E-4AB6-B0F7-B62754AA44E4}" type="pres">
      <dgm:prSet presAssocID="{4D00D326-4FDC-4D4C-B144-FE0BCE248E73}" presName="horz1" presStyleCnt="0"/>
      <dgm:spPr/>
    </dgm:pt>
    <dgm:pt modelId="{5FE4C3E2-63E4-47C6-8E8F-6839355A8A6A}" type="pres">
      <dgm:prSet presAssocID="{4D00D326-4FDC-4D4C-B144-FE0BCE248E73}" presName="tx1" presStyleLbl="revTx" presStyleIdx="0" presStyleCnt="4"/>
      <dgm:spPr/>
    </dgm:pt>
    <dgm:pt modelId="{9EA1D857-E398-4695-8F42-2C7DF6B7D715}" type="pres">
      <dgm:prSet presAssocID="{4D00D326-4FDC-4D4C-B144-FE0BCE248E73}" presName="vert1" presStyleCnt="0"/>
      <dgm:spPr/>
    </dgm:pt>
    <dgm:pt modelId="{10F721FF-52CC-44CA-8ACF-EDFD046CB768}" type="pres">
      <dgm:prSet presAssocID="{CB51ED94-04E1-4F4F-9330-3E38DB9A8410}" presName="thickLine" presStyleLbl="alignNode1" presStyleIdx="1" presStyleCnt="4"/>
      <dgm:spPr/>
    </dgm:pt>
    <dgm:pt modelId="{7655B463-4F55-413F-A108-081A7804920B}" type="pres">
      <dgm:prSet presAssocID="{CB51ED94-04E1-4F4F-9330-3E38DB9A8410}" presName="horz1" presStyleCnt="0"/>
      <dgm:spPr/>
    </dgm:pt>
    <dgm:pt modelId="{B6135BFD-EAAE-4D0B-B6D5-4D3C23ED9474}" type="pres">
      <dgm:prSet presAssocID="{CB51ED94-04E1-4F4F-9330-3E38DB9A8410}" presName="tx1" presStyleLbl="revTx" presStyleIdx="1" presStyleCnt="4"/>
      <dgm:spPr/>
    </dgm:pt>
    <dgm:pt modelId="{4D2558A9-D073-45AB-AB18-08BCB5978CC9}" type="pres">
      <dgm:prSet presAssocID="{CB51ED94-04E1-4F4F-9330-3E38DB9A8410}" presName="vert1" presStyleCnt="0"/>
      <dgm:spPr/>
    </dgm:pt>
    <dgm:pt modelId="{25039022-DBAE-4B8B-9901-B7800996B374}" type="pres">
      <dgm:prSet presAssocID="{7333F6B9-504A-4B96-B6C6-3E62AB8BD4E4}" presName="thickLine" presStyleLbl="alignNode1" presStyleIdx="2" presStyleCnt="4"/>
      <dgm:spPr/>
    </dgm:pt>
    <dgm:pt modelId="{002C40F0-C718-400E-A9E2-1AFAEB2FD43B}" type="pres">
      <dgm:prSet presAssocID="{7333F6B9-504A-4B96-B6C6-3E62AB8BD4E4}" presName="horz1" presStyleCnt="0"/>
      <dgm:spPr/>
    </dgm:pt>
    <dgm:pt modelId="{336AA15D-BEE3-4259-B880-655CA285ADA5}" type="pres">
      <dgm:prSet presAssocID="{7333F6B9-504A-4B96-B6C6-3E62AB8BD4E4}" presName="tx1" presStyleLbl="revTx" presStyleIdx="2" presStyleCnt="4"/>
      <dgm:spPr/>
    </dgm:pt>
    <dgm:pt modelId="{9FE5B83E-E3C8-49B4-8CA1-EC98EE91E3F5}" type="pres">
      <dgm:prSet presAssocID="{7333F6B9-504A-4B96-B6C6-3E62AB8BD4E4}" presName="vert1" presStyleCnt="0"/>
      <dgm:spPr/>
    </dgm:pt>
    <dgm:pt modelId="{CBB1EA87-9B08-41D7-A430-B588EB5EB191}" type="pres">
      <dgm:prSet presAssocID="{8E997872-0DE9-41A9-8634-FB6DE0A1E548}" presName="thickLine" presStyleLbl="alignNode1" presStyleIdx="3" presStyleCnt="4"/>
      <dgm:spPr/>
    </dgm:pt>
    <dgm:pt modelId="{2AF247D9-03F8-455D-B8B3-CBD7EADF736A}" type="pres">
      <dgm:prSet presAssocID="{8E997872-0DE9-41A9-8634-FB6DE0A1E548}" presName="horz1" presStyleCnt="0"/>
      <dgm:spPr/>
    </dgm:pt>
    <dgm:pt modelId="{C1D123EF-F5C2-442C-9A49-B746A6700309}" type="pres">
      <dgm:prSet presAssocID="{8E997872-0DE9-41A9-8634-FB6DE0A1E548}" presName="tx1" presStyleLbl="revTx" presStyleIdx="3" presStyleCnt="4"/>
      <dgm:spPr/>
    </dgm:pt>
    <dgm:pt modelId="{9EE7EBF5-7548-4192-802C-E8EE3AAFEDD1}" type="pres">
      <dgm:prSet presAssocID="{8E997872-0DE9-41A9-8634-FB6DE0A1E548}" presName="vert1" presStyleCnt="0"/>
      <dgm:spPr/>
    </dgm:pt>
  </dgm:ptLst>
  <dgm:cxnLst>
    <dgm:cxn modelId="{410A515C-0DD2-409E-98C3-4F33C5D54922}" srcId="{8A9A0FB7-F745-4ADC-9481-94583EF2F812}" destId="{7333F6B9-504A-4B96-B6C6-3E62AB8BD4E4}" srcOrd="2" destOrd="0" parTransId="{70296A33-8BD6-440E-A5E0-51A8D59594DC}" sibTransId="{2BFB3CD9-A261-4BD6-ACA7-F809ABC60279}"/>
    <dgm:cxn modelId="{B9191E6D-89A4-4AB9-8909-4D07C5DFBE8A}" type="presOf" srcId="{7333F6B9-504A-4B96-B6C6-3E62AB8BD4E4}" destId="{336AA15D-BEE3-4259-B880-655CA285ADA5}" srcOrd="0" destOrd="0" presId="urn:microsoft.com/office/officeart/2008/layout/LinedList"/>
    <dgm:cxn modelId="{CD01608B-AA87-4177-9E3C-A29E62971B66}" srcId="{8A9A0FB7-F745-4ADC-9481-94583EF2F812}" destId="{CB51ED94-04E1-4F4F-9330-3E38DB9A8410}" srcOrd="1" destOrd="0" parTransId="{9E8D6CAE-C9E6-49F8-AE50-B3368D796BF7}" sibTransId="{DA68F6B7-3C71-4109-9F5B-D2155E1336D0}"/>
    <dgm:cxn modelId="{FC6F5DA5-BE31-4127-B745-F91E44A8644E}" srcId="{8A9A0FB7-F745-4ADC-9481-94583EF2F812}" destId="{4D00D326-4FDC-4D4C-B144-FE0BCE248E73}" srcOrd="0" destOrd="0" parTransId="{B83667DB-DF58-4F81-94F8-6689F1A5BD69}" sibTransId="{C01631AF-7756-4574-86EA-56F94398FBD0}"/>
    <dgm:cxn modelId="{5D0C26B6-4F68-45F7-B4D4-BFB9AB97B03F}" type="presOf" srcId="{8E997872-0DE9-41A9-8634-FB6DE0A1E548}" destId="{C1D123EF-F5C2-442C-9A49-B746A6700309}" srcOrd="0" destOrd="0" presId="urn:microsoft.com/office/officeart/2008/layout/LinedList"/>
    <dgm:cxn modelId="{B8EE32B8-7542-4DD8-B24C-3EF6C675126B}" type="presOf" srcId="{4D00D326-4FDC-4D4C-B144-FE0BCE248E73}" destId="{5FE4C3E2-63E4-47C6-8E8F-6839355A8A6A}" srcOrd="0" destOrd="0" presId="urn:microsoft.com/office/officeart/2008/layout/LinedList"/>
    <dgm:cxn modelId="{5EEB60D8-6AC1-4C72-90B9-A4B781A5966F}" srcId="{8A9A0FB7-F745-4ADC-9481-94583EF2F812}" destId="{8E997872-0DE9-41A9-8634-FB6DE0A1E548}" srcOrd="3" destOrd="0" parTransId="{41C21743-0789-4E5B-8CD6-89B4E2EEC083}" sibTransId="{424DF0D8-AE47-45B7-94F7-F98F94F591D2}"/>
    <dgm:cxn modelId="{5FAC44DB-43E6-4071-9685-27B01F0A4970}" type="presOf" srcId="{CB51ED94-04E1-4F4F-9330-3E38DB9A8410}" destId="{B6135BFD-EAAE-4D0B-B6D5-4D3C23ED9474}" srcOrd="0" destOrd="0" presId="urn:microsoft.com/office/officeart/2008/layout/LinedList"/>
    <dgm:cxn modelId="{1C7304FF-DF9D-43D5-B6C5-A1594941E2BE}" type="presOf" srcId="{8A9A0FB7-F745-4ADC-9481-94583EF2F812}" destId="{2C6DB576-1B9F-4381-9201-4185B9F551C1}" srcOrd="0" destOrd="0" presId="urn:microsoft.com/office/officeart/2008/layout/LinedList"/>
    <dgm:cxn modelId="{5795C93A-4765-4594-9C42-077D2FBD8CAF}" type="presParOf" srcId="{2C6DB576-1B9F-4381-9201-4185B9F551C1}" destId="{045C4567-30BB-449C-A033-F7654323FFE7}" srcOrd="0" destOrd="0" presId="urn:microsoft.com/office/officeart/2008/layout/LinedList"/>
    <dgm:cxn modelId="{EC87D4DE-C696-4E49-A366-C8C146AF6C0D}" type="presParOf" srcId="{2C6DB576-1B9F-4381-9201-4185B9F551C1}" destId="{74043580-521E-4AB6-B0F7-B62754AA44E4}" srcOrd="1" destOrd="0" presId="urn:microsoft.com/office/officeart/2008/layout/LinedList"/>
    <dgm:cxn modelId="{BF889502-D9CA-449D-BCF8-270DB58300AF}" type="presParOf" srcId="{74043580-521E-4AB6-B0F7-B62754AA44E4}" destId="{5FE4C3E2-63E4-47C6-8E8F-6839355A8A6A}" srcOrd="0" destOrd="0" presId="urn:microsoft.com/office/officeart/2008/layout/LinedList"/>
    <dgm:cxn modelId="{837B0D0D-6769-4819-8DE5-C32777B46A70}" type="presParOf" srcId="{74043580-521E-4AB6-B0F7-B62754AA44E4}" destId="{9EA1D857-E398-4695-8F42-2C7DF6B7D715}" srcOrd="1" destOrd="0" presId="urn:microsoft.com/office/officeart/2008/layout/LinedList"/>
    <dgm:cxn modelId="{5EB8BD23-F1EC-42E6-92DD-752C8AE176BC}" type="presParOf" srcId="{2C6DB576-1B9F-4381-9201-4185B9F551C1}" destId="{10F721FF-52CC-44CA-8ACF-EDFD046CB768}" srcOrd="2" destOrd="0" presId="urn:microsoft.com/office/officeart/2008/layout/LinedList"/>
    <dgm:cxn modelId="{98BEC89C-F8D4-4236-8A80-62E6FD158E87}" type="presParOf" srcId="{2C6DB576-1B9F-4381-9201-4185B9F551C1}" destId="{7655B463-4F55-413F-A108-081A7804920B}" srcOrd="3" destOrd="0" presId="urn:microsoft.com/office/officeart/2008/layout/LinedList"/>
    <dgm:cxn modelId="{3567D8A6-4C2F-4231-B62E-6F0AF0B0A941}" type="presParOf" srcId="{7655B463-4F55-413F-A108-081A7804920B}" destId="{B6135BFD-EAAE-4D0B-B6D5-4D3C23ED9474}" srcOrd="0" destOrd="0" presId="urn:microsoft.com/office/officeart/2008/layout/LinedList"/>
    <dgm:cxn modelId="{AEC914B3-B1E5-45C1-BC34-CFD6834A7E29}" type="presParOf" srcId="{7655B463-4F55-413F-A108-081A7804920B}" destId="{4D2558A9-D073-45AB-AB18-08BCB5978CC9}" srcOrd="1" destOrd="0" presId="urn:microsoft.com/office/officeart/2008/layout/LinedList"/>
    <dgm:cxn modelId="{82A241B9-88DA-4036-B8AA-2F40B236249C}" type="presParOf" srcId="{2C6DB576-1B9F-4381-9201-4185B9F551C1}" destId="{25039022-DBAE-4B8B-9901-B7800996B374}" srcOrd="4" destOrd="0" presId="urn:microsoft.com/office/officeart/2008/layout/LinedList"/>
    <dgm:cxn modelId="{849DF45B-0602-4BAD-9948-A5147483766F}" type="presParOf" srcId="{2C6DB576-1B9F-4381-9201-4185B9F551C1}" destId="{002C40F0-C718-400E-A9E2-1AFAEB2FD43B}" srcOrd="5" destOrd="0" presId="urn:microsoft.com/office/officeart/2008/layout/LinedList"/>
    <dgm:cxn modelId="{96EC78A5-499E-4E34-9D7A-6D7BF5639F67}" type="presParOf" srcId="{002C40F0-C718-400E-A9E2-1AFAEB2FD43B}" destId="{336AA15D-BEE3-4259-B880-655CA285ADA5}" srcOrd="0" destOrd="0" presId="urn:microsoft.com/office/officeart/2008/layout/LinedList"/>
    <dgm:cxn modelId="{D33FA76F-3398-46B4-A5DF-619016CAA817}" type="presParOf" srcId="{002C40F0-C718-400E-A9E2-1AFAEB2FD43B}" destId="{9FE5B83E-E3C8-49B4-8CA1-EC98EE91E3F5}" srcOrd="1" destOrd="0" presId="urn:microsoft.com/office/officeart/2008/layout/LinedList"/>
    <dgm:cxn modelId="{C13A9B51-6A2A-4B38-9AB9-EEC9FCCCF5BB}" type="presParOf" srcId="{2C6DB576-1B9F-4381-9201-4185B9F551C1}" destId="{CBB1EA87-9B08-41D7-A430-B588EB5EB191}" srcOrd="6" destOrd="0" presId="urn:microsoft.com/office/officeart/2008/layout/LinedList"/>
    <dgm:cxn modelId="{6AC5573C-330B-4A50-BCB0-FA61CA573AB5}" type="presParOf" srcId="{2C6DB576-1B9F-4381-9201-4185B9F551C1}" destId="{2AF247D9-03F8-455D-B8B3-CBD7EADF736A}" srcOrd="7" destOrd="0" presId="urn:microsoft.com/office/officeart/2008/layout/LinedList"/>
    <dgm:cxn modelId="{FE4D3706-0BD9-4219-A482-F07713FACC91}" type="presParOf" srcId="{2AF247D9-03F8-455D-B8B3-CBD7EADF736A}" destId="{C1D123EF-F5C2-442C-9A49-B746A6700309}" srcOrd="0" destOrd="0" presId="urn:microsoft.com/office/officeart/2008/layout/LinedList"/>
    <dgm:cxn modelId="{10F16981-A431-472D-9CAB-BC18CF85CAF8}" type="presParOf" srcId="{2AF247D9-03F8-455D-B8B3-CBD7EADF736A}" destId="{9EE7EBF5-7548-4192-802C-E8EE3AAFEDD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62A5EF7-671F-4CBC-BC5A-DE19E95F24DE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B942C1D-0D7E-4FC2-831F-877A3DA3A75F}">
      <dgm:prSet/>
      <dgm:spPr/>
      <dgm:t>
        <a:bodyPr/>
        <a:lstStyle/>
        <a:p>
          <a:r>
            <a:rPr lang="en-US"/>
            <a:t>When energy </a:t>
          </a:r>
          <a:r>
            <a:rPr lang="en-US" b="1"/>
            <a:t>radiates</a:t>
          </a:r>
          <a:r>
            <a:rPr lang="en-US"/>
            <a:t> away from something (energy or mass)</a:t>
          </a:r>
        </a:p>
      </dgm:t>
    </dgm:pt>
    <dgm:pt modelId="{4A43F13A-6DF5-46A3-B236-4F89ED9D127B}" type="parTrans" cxnId="{27AC8580-60C7-4961-BE1D-902CFEBD4C03}">
      <dgm:prSet/>
      <dgm:spPr/>
      <dgm:t>
        <a:bodyPr/>
        <a:lstStyle/>
        <a:p>
          <a:endParaRPr lang="en-US"/>
        </a:p>
      </dgm:t>
    </dgm:pt>
    <dgm:pt modelId="{C3907593-A399-4F78-B56D-D9793CE33AC9}" type="sibTrans" cxnId="{27AC8580-60C7-4961-BE1D-902CFEBD4C03}">
      <dgm:prSet/>
      <dgm:spPr/>
      <dgm:t>
        <a:bodyPr/>
        <a:lstStyle/>
        <a:p>
          <a:endParaRPr lang="en-US"/>
        </a:p>
      </dgm:t>
    </dgm:pt>
    <dgm:pt modelId="{D6E1DA0A-A6A1-48EA-90AA-B20EA36FB5BA}">
      <dgm:prSet/>
      <dgm:spPr/>
      <dgm:t>
        <a:bodyPr/>
        <a:lstStyle/>
        <a:p>
          <a:r>
            <a:rPr lang="en-US"/>
            <a:t>Lots of misconceptions!</a:t>
          </a:r>
        </a:p>
      </dgm:t>
    </dgm:pt>
    <dgm:pt modelId="{5A240E4C-886A-412B-9653-A5670D28CA29}" type="parTrans" cxnId="{946FD0CD-27A4-42C0-8F89-BACD8B59222C}">
      <dgm:prSet/>
      <dgm:spPr/>
      <dgm:t>
        <a:bodyPr/>
        <a:lstStyle/>
        <a:p>
          <a:endParaRPr lang="en-US"/>
        </a:p>
      </dgm:t>
    </dgm:pt>
    <dgm:pt modelId="{504FE330-6A9C-4EEE-A6E4-6470827829B3}" type="sibTrans" cxnId="{946FD0CD-27A4-42C0-8F89-BACD8B59222C}">
      <dgm:prSet/>
      <dgm:spPr/>
      <dgm:t>
        <a:bodyPr/>
        <a:lstStyle/>
        <a:p>
          <a:endParaRPr lang="en-US"/>
        </a:p>
      </dgm:t>
    </dgm:pt>
    <dgm:pt modelId="{916D3B4A-8E90-47FE-BAEE-4B675CCC8DBD}">
      <dgm:prSet/>
      <dgm:spPr/>
      <dgm:t>
        <a:bodyPr/>
        <a:lstStyle/>
        <a:p>
          <a:r>
            <a:rPr lang="en-US"/>
            <a:t>Many types of radiation and the uses/danger are just as variable</a:t>
          </a:r>
        </a:p>
      </dgm:t>
    </dgm:pt>
    <dgm:pt modelId="{D14E299E-AEB5-4785-B2A4-9A1B9A17F87D}" type="parTrans" cxnId="{9B3CA1A1-780E-42E8-8D06-54535396735B}">
      <dgm:prSet/>
      <dgm:spPr/>
      <dgm:t>
        <a:bodyPr/>
        <a:lstStyle/>
        <a:p>
          <a:endParaRPr lang="en-US"/>
        </a:p>
      </dgm:t>
    </dgm:pt>
    <dgm:pt modelId="{FC989372-7ED9-4329-9E6C-333F85DDFD1F}" type="sibTrans" cxnId="{9B3CA1A1-780E-42E8-8D06-54535396735B}">
      <dgm:prSet/>
      <dgm:spPr/>
      <dgm:t>
        <a:bodyPr/>
        <a:lstStyle/>
        <a:p>
          <a:endParaRPr lang="en-US"/>
        </a:p>
      </dgm:t>
    </dgm:pt>
    <dgm:pt modelId="{CB2723DB-C927-48A7-957F-34121840CA2C}">
      <dgm:prSet/>
      <dgm:spPr/>
      <dgm:t>
        <a:bodyPr/>
        <a:lstStyle/>
        <a:p>
          <a:r>
            <a:rPr lang="en-US"/>
            <a:t>Light, Microwave, infrared, alpha, beta, gamma, the list goes on</a:t>
          </a:r>
        </a:p>
      </dgm:t>
    </dgm:pt>
    <dgm:pt modelId="{D7BB55D1-AB35-4060-BB26-EBEAA5841B72}" type="parTrans" cxnId="{AEA35D84-8B65-40E0-9374-038F4607CFE4}">
      <dgm:prSet/>
      <dgm:spPr/>
      <dgm:t>
        <a:bodyPr/>
        <a:lstStyle/>
        <a:p>
          <a:endParaRPr lang="en-US"/>
        </a:p>
      </dgm:t>
    </dgm:pt>
    <dgm:pt modelId="{BC401C73-07DB-47DE-AA30-4A32D0DA1AEA}" type="sibTrans" cxnId="{AEA35D84-8B65-40E0-9374-038F4607CFE4}">
      <dgm:prSet/>
      <dgm:spPr/>
      <dgm:t>
        <a:bodyPr/>
        <a:lstStyle/>
        <a:p>
          <a:endParaRPr lang="en-US"/>
        </a:p>
      </dgm:t>
    </dgm:pt>
    <dgm:pt modelId="{CEBD2306-6D6C-41EA-B420-1AFC723299BE}" type="pres">
      <dgm:prSet presAssocID="{A62A5EF7-671F-4CBC-BC5A-DE19E95F24DE}" presName="vert0" presStyleCnt="0">
        <dgm:presLayoutVars>
          <dgm:dir/>
          <dgm:animOne val="branch"/>
          <dgm:animLvl val="lvl"/>
        </dgm:presLayoutVars>
      </dgm:prSet>
      <dgm:spPr/>
    </dgm:pt>
    <dgm:pt modelId="{156A9CE0-3B32-42CE-ABFE-AD89C84D7AD5}" type="pres">
      <dgm:prSet presAssocID="{DB942C1D-0D7E-4FC2-831F-877A3DA3A75F}" presName="thickLine" presStyleLbl="alignNode1" presStyleIdx="0" presStyleCnt="4"/>
      <dgm:spPr/>
    </dgm:pt>
    <dgm:pt modelId="{51750A93-E818-4BB7-BE43-7031B7D3E496}" type="pres">
      <dgm:prSet presAssocID="{DB942C1D-0D7E-4FC2-831F-877A3DA3A75F}" presName="horz1" presStyleCnt="0"/>
      <dgm:spPr/>
    </dgm:pt>
    <dgm:pt modelId="{950194A0-B93A-400F-B352-AE7CF7C1F7E7}" type="pres">
      <dgm:prSet presAssocID="{DB942C1D-0D7E-4FC2-831F-877A3DA3A75F}" presName="tx1" presStyleLbl="revTx" presStyleIdx="0" presStyleCnt="4"/>
      <dgm:spPr/>
    </dgm:pt>
    <dgm:pt modelId="{4F72B73C-7D68-44D9-898A-BCF89F96FA67}" type="pres">
      <dgm:prSet presAssocID="{DB942C1D-0D7E-4FC2-831F-877A3DA3A75F}" presName="vert1" presStyleCnt="0"/>
      <dgm:spPr/>
    </dgm:pt>
    <dgm:pt modelId="{18B9DB41-7D73-4903-BE7F-EDE752F005FA}" type="pres">
      <dgm:prSet presAssocID="{D6E1DA0A-A6A1-48EA-90AA-B20EA36FB5BA}" presName="thickLine" presStyleLbl="alignNode1" presStyleIdx="1" presStyleCnt="4"/>
      <dgm:spPr/>
    </dgm:pt>
    <dgm:pt modelId="{5A0801C4-27B4-47AA-B6B5-FDCF7E8DCC48}" type="pres">
      <dgm:prSet presAssocID="{D6E1DA0A-A6A1-48EA-90AA-B20EA36FB5BA}" presName="horz1" presStyleCnt="0"/>
      <dgm:spPr/>
    </dgm:pt>
    <dgm:pt modelId="{3989960D-4A8E-4C93-A9F6-B7D1A331B9B0}" type="pres">
      <dgm:prSet presAssocID="{D6E1DA0A-A6A1-48EA-90AA-B20EA36FB5BA}" presName="tx1" presStyleLbl="revTx" presStyleIdx="1" presStyleCnt="4"/>
      <dgm:spPr/>
    </dgm:pt>
    <dgm:pt modelId="{0E27C286-2AF4-43D4-B91A-F513FD79EA13}" type="pres">
      <dgm:prSet presAssocID="{D6E1DA0A-A6A1-48EA-90AA-B20EA36FB5BA}" presName="vert1" presStyleCnt="0"/>
      <dgm:spPr/>
    </dgm:pt>
    <dgm:pt modelId="{C5B1FC3F-A090-4926-A084-330A5771878D}" type="pres">
      <dgm:prSet presAssocID="{916D3B4A-8E90-47FE-BAEE-4B675CCC8DBD}" presName="thickLine" presStyleLbl="alignNode1" presStyleIdx="2" presStyleCnt="4"/>
      <dgm:spPr/>
    </dgm:pt>
    <dgm:pt modelId="{4C6AEB09-5081-4CEA-94AD-95B09425C815}" type="pres">
      <dgm:prSet presAssocID="{916D3B4A-8E90-47FE-BAEE-4B675CCC8DBD}" presName="horz1" presStyleCnt="0"/>
      <dgm:spPr/>
    </dgm:pt>
    <dgm:pt modelId="{62F4541A-7108-4456-AAA5-9482B37973E4}" type="pres">
      <dgm:prSet presAssocID="{916D3B4A-8E90-47FE-BAEE-4B675CCC8DBD}" presName="tx1" presStyleLbl="revTx" presStyleIdx="2" presStyleCnt="4"/>
      <dgm:spPr/>
    </dgm:pt>
    <dgm:pt modelId="{C1C17D62-48B2-4227-816F-4BF3E981669C}" type="pres">
      <dgm:prSet presAssocID="{916D3B4A-8E90-47FE-BAEE-4B675CCC8DBD}" presName="vert1" presStyleCnt="0"/>
      <dgm:spPr/>
    </dgm:pt>
    <dgm:pt modelId="{FA437B72-EE8B-4DDA-A243-775D5A472980}" type="pres">
      <dgm:prSet presAssocID="{CB2723DB-C927-48A7-957F-34121840CA2C}" presName="thickLine" presStyleLbl="alignNode1" presStyleIdx="3" presStyleCnt="4"/>
      <dgm:spPr/>
    </dgm:pt>
    <dgm:pt modelId="{97D93DE7-3065-40B4-9E04-49656DDF8096}" type="pres">
      <dgm:prSet presAssocID="{CB2723DB-C927-48A7-957F-34121840CA2C}" presName="horz1" presStyleCnt="0"/>
      <dgm:spPr/>
    </dgm:pt>
    <dgm:pt modelId="{6CA4B40F-4B93-47E2-A884-EB6ACC3034F9}" type="pres">
      <dgm:prSet presAssocID="{CB2723DB-C927-48A7-957F-34121840CA2C}" presName="tx1" presStyleLbl="revTx" presStyleIdx="3" presStyleCnt="4"/>
      <dgm:spPr/>
    </dgm:pt>
    <dgm:pt modelId="{321B75CC-7621-41D0-AE7C-55C58B6B2739}" type="pres">
      <dgm:prSet presAssocID="{CB2723DB-C927-48A7-957F-34121840CA2C}" presName="vert1" presStyleCnt="0"/>
      <dgm:spPr/>
    </dgm:pt>
  </dgm:ptLst>
  <dgm:cxnLst>
    <dgm:cxn modelId="{F4194605-FF1B-4447-9725-A39BC0D545C4}" type="presOf" srcId="{A62A5EF7-671F-4CBC-BC5A-DE19E95F24DE}" destId="{CEBD2306-6D6C-41EA-B420-1AFC723299BE}" srcOrd="0" destOrd="0" presId="urn:microsoft.com/office/officeart/2008/layout/LinedList"/>
    <dgm:cxn modelId="{5C64CB26-FF40-48F6-AE9C-F7A12A10312D}" type="presOf" srcId="{DB942C1D-0D7E-4FC2-831F-877A3DA3A75F}" destId="{950194A0-B93A-400F-B352-AE7CF7C1F7E7}" srcOrd="0" destOrd="0" presId="urn:microsoft.com/office/officeart/2008/layout/LinedList"/>
    <dgm:cxn modelId="{53426579-C5AE-47E8-B574-CD08C15778DD}" type="presOf" srcId="{916D3B4A-8E90-47FE-BAEE-4B675CCC8DBD}" destId="{62F4541A-7108-4456-AAA5-9482B37973E4}" srcOrd="0" destOrd="0" presId="urn:microsoft.com/office/officeart/2008/layout/LinedList"/>
    <dgm:cxn modelId="{27AC8580-60C7-4961-BE1D-902CFEBD4C03}" srcId="{A62A5EF7-671F-4CBC-BC5A-DE19E95F24DE}" destId="{DB942C1D-0D7E-4FC2-831F-877A3DA3A75F}" srcOrd="0" destOrd="0" parTransId="{4A43F13A-6DF5-46A3-B236-4F89ED9D127B}" sibTransId="{C3907593-A399-4F78-B56D-D9793CE33AC9}"/>
    <dgm:cxn modelId="{AEA35D84-8B65-40E0-9374-038F4607CFE4}" srcId="{A62A5EF7-671F-4CBC-BC5A-DE19E95F24DE}" destId="{CB2723DB-C927-48A7-957F-34121840CA2C}" srcOrd="3" destOrd="0" parTransId="{D7BB55D1-AB35-4060-BB26-EBEAA5841B72}" sibTransId="{BC401C73-07DB-47DE-AA30-4A32D0DA1AEA}"/>
    <dgm:cxn modelId="{EB8A038B-2D19-4B88-94A4-8EE96CF89D38}" type="presOf" srcId="{D6E1DA0A-A6A1-48EA-90AA-B20EA36FB5BA}" destId="{3989960D-4A8E-4C93-A9F6-B7D1A331B9B0}" srcOrd="0" destOrd="0" presId="urn:microsoft.com/office/officeart/2008/layout/LinedList"/>
    <dgm:cxn modelId="{B2CB6A9B-D6CC-4839-BE69-66E6095B0C2C}" type="presOf" srcId="{CB2723DB-C927-48A7-957F-34121840CA2C}" destId="{6CA4B40F-4B93-47E2-A884-EB6ACC3034F9}" srcOrd="0" destOrd="0" presId="urn:microsoft.com/office/officeart/2008/layout/LinedList"/>
    <dgm:cxn modelId="{9B3CA1A1-780E-42E8-8D06-54535396735B}" srcId="{A62A5EF7-671F-4CBC-BC5A-DE19E95F24DE}" destId="{916D3B4A-8E90-47FE-BAEE-4B675CCC8DBD}" srcOrd="2" destOrd="0" parTransId="{D14E299E-AEB5-4785-B2A4-9A1B9A17F87D}" sibTransId="{FC989372-7ED9-4329-9E6C-333F85DDFD1F}"/>
    <dgm:cxn modelId="{946FD0CD-27A4-42C0-8F89-BACD8B59222C}" srcId="{A62A5EF7-671F-4CBC-BC5A-DE19E95F24DE}" destId="{D6E1DA0A-A6A1-48EA-90AA-B20EA36FB5BA}" srcOrd="1" destOrd="0" parTransId="{5A240E4C-886A-412B-9653-A5670D28CA29}" sibTransId="{504FE330-6A9C-4EEE-A6E4-6470827829B3}"/>
    <dgm:cxn modelId="{DEB71106-7B2F-4337-B423-0A2E5B493F00}" type="presParOf" srcId="{CEBD2306-6D6C-41EA-B420-1AFC723299BE}" destId="{156A9CE0-3B32-42CE-ABFE-AD89C84D7AD5}" srcOrd="0" destOrd="0" presId="urn:microsoft.com/office/officeart/2008/layout/LinedList"/>
    <dgm:cxn modelId="{1A1BE428-AB0E-4AE7-9BAA-956130284EC0}" type="presParOf" srcId="{CEBD2306-6D6C-41EA-B420-1AFC723299BE}" destId="{51750A93-E818-4BB7-BE43-7031B7D3E496}" srcOrd="1" destOrd="0" presId="urn:microsoft.com/office/officeart/2008/layout/LinedList"/>
    <dgm:cxn modelId="{1E74C03C-36F2-405B-9E89-32B4C2E82D21}" type="presParOf" srcId="{51750A93-E818-4BB7-BE43-7031B7D3E496}" destId="{950194A0-B93A-400F-B352-AE7CF7C1F7E7}" srcOrd="0" destOrd="0" presId="urn:microsoft.com/office/officeart/2008/layout/LinedList"/>
    <dgm:cxn modelId="{2C259363-30C3-4A67-BBE6-0B084F2F1F87}" type="presParOf" srcId="{51750A93-E818-4BB7-BE43-7031B7D3E496}" destId="{4F72B73C-7D68-44D9-898A-BCF89F96FA67}" srcOrd="1" destOrd="0" presId="urn:microsoft.com/office/officeart/2008/layout/LinedList"/>
    <dgm:cxn modelId="{A06CCB97-6E40-4C33-AB43-025AD6038B0D}" type="presParOf" srcId="{CEBD2306-6D6C-41EA-B420-1AFC723299BE}" destId="{18B9DB41-7D73-4903-BE7F-EDE752F005FA}" srcOrd="2" destOrd="0" presId="urn:microsoft.com/office/officeart/2008/layout/LinedList"/>
    <dgm:cxn modelId="{850EC591-AEAC-4D02-B96E-19A3385997D8}" type="presParOf" srcId="{CEBD2306-6D6C-41EA-B420-1AFC723299BE}" destId="{5A0801C4-27B4-47AA-B6B5-FDCF7E8DCC48}" srcOrd="3" destOrd="0" presId="urn:microsoft.com/office/officeart/2008/layout/LinedList"/>
    <dgm:cxn modelId="{B7742BF2-D5CA-4B8E-861F-4A1B32A9B37E}" type="presParOf" srcId="{5A0801C4-27B4-47AA-B6B5-FDCF7E8DCC48}" destId="{3989960D-4A8E-4C93-A9F6-B7D1A331B9B0}" srcOrd="0" destOrd="0" presId="urn:microsoft.com/office/officeart/2008/layout/LinedList"/>
    <dgm:cxn modelId="{98450D4D-9E42-4654-BB20-E1E4355FC315}" type="presParOf" srcId="{5A0801C4-27B4-47AA-B6B5-FDCF7E8DCC48}" destId="{0E27C286-2AF4-43D4-B91A-F513FD79EA13}" srcOrd="1" destOrd="0" presId="urn:microsoft.com/office/officeart/2008/layout/LinedList"/>
    <dgm:cxn modelId="{A74FC291-5CE2-4A95-9A87-2112E7E7D0EE}" type="presParOf" srcId="{CEBD2306-6D6C-41EA-B420-1AFC723299BE}" destId="{C5B1FC3F-A090-4926-A084-330A5771878D}" srcOrd="4" destOrd="0" presId="urn:microsoft.com/office/officeart/2008/layout/LinedList"/>
    <dgm:cxn modelId="{5D914731-4068-4E14-AEC3-1F217270CE5C}" type="presParOf" srcId="{CEBD2306-6D6C-41EA-B420-1AFC723299BE}" destId="{4C6AEB09-5081-4CEA-94AD-95B09425C815}" srcOrd="5" destOrd="0" presId="urn:microsoft.com/office/officeart/2008/layout/LinedList"/>
    <dgm:cxn modelId="{7002DD2D-4217-41DE-BFA5-FE1A2C6E6C2F}" type="presParOf" srcId="{4C6AEB09-5081-4CEA-94AD-95B09425C815}" destId="{62F4541A-7108-4456-AAA5-9482B37973E4}" srcOrd="0" destOrd="0" presId="urn:microsoft.com/office/officeart/2008/layout/LinedList"/>
    <dgm:cxn modelId="{0D761325-F58E-4800-B50D-06FCC82ABC2B}" type="presParOf" srcId="{4C6AEB09-5081-4CEA-94AD-95B09425C815}" destId="{C1C17D62-48B2-4227-816F-4BF3E981669C}" srcOrd="1" destOrd="0" presId="urn:microsoft.com/office/officeart/2008/layout/LinedList"/>
    <dgm:cxn modelId="{D2FACB97-C3AA-40BE-B2FC-9C110B664AE2}" type="presParOf" srcId="{CEBD2306-6D6C-41EA-B420-1AFC723299BE}" destId="{FA437B72-EE8B-4DDA-A243-775D5A472980}" srcOrd="6" destOrd="0" presId="urn:microsoft.com/office/officeart/2008/layout/LinedList"/>
    <dgm:cxn modelId="{B0A25A56-924A-4D73-8703-147A3DB7FDBE}" type="presParOf" srcId="{CEBD2306-6D6C-41EA-B420-1AFC723299BE}" destId="{97D93DE7-3065-40B4-9E04-49656DDF8096}" srcOrd="7" destOrd="0" presId="urn:microsoft.com/office/officeart/2008/layout/LinedList"/>
    <dgm:cxn modelId="{1463B0A0-54C1-40CD-93F4-076FEE44D309}" type="presParOf" srcId="{97D93DE7-3065-40B4-9E04-49656DDF8096}" destId="{6CA4B40F-4B93-47E2-A884-EB6ACC3034F9}" srcOrd="0" destOrd="0" presId="urn:microsoft.com/office/officeart/2008/layout/LinedList"/>
    <dgm:cxn modelId="{F30D9479-628E-4B79-8DDA-FEF5FFEC8D75}" type="presParOf" srcId="{97D93DE7-3065-40B4-9E04-49656DDF8096}" destId="{321B75CC-7621-41D0-AE7C-55C58B6B273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E59565-65A1-4914-9C9C-7E33AC584725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41F6EB-7710-4838-9EB0-31F7E19FBE2D}">
      <dsp:nvSpPr>
        <dsp:cNvPr id="0" name=""/>
        <dsp:cNvSpPr/>
      </dsp:nvSpPr>
      <dsp:spPr>
        <a:xfrm>
          <a:off x="0" y="53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When electrons accelerate </a:t>
          </a:r>
          <a:r>
            <a:rPr lang="en-US" sz="2500" kern="1200">
              <a:sym typeface="Wingdings" panose="05000000000000000000" pitchFamily="2" charset="2"/>
            </a:rPr>
            <a:t></a:t>
          </a:r>
          <a:r>
            <a:rPr lang="en-US" sz="2500" kern="1200"/>
            <a:t> photons are generated</a:t>
          </a:r>
        </a:p>
      </dsp:txBody>
      <dsp:txXfrm>
        <a:off x="0" y="531"/>
        <a:ext cx="10515600" cy="870055"/>
      </dsp:txXfrm>
    </dsp:sp>
    <dsp:sp modelId="{9807347D-A3B8-47B0-B694-DB545B056A47}">
      <dsp:nvSpPr>
        <dsp:cNvPr id="0" name=""/>
        <dsp:cNvSpPr/>
      </dsp:nvSpPr>
      <dsp:spPr>
        <a:xfrm>
          <a:off x="0" y="87058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F062CD-0B70-445C-9F63-AFE652DDD600}">
      <dsp:nvSpPr>
        <dsp:cNvPr id="0" name=""/>
        <dsp:cNvSpPr/>
      </dsp:nvSpPr>
      <dsp:spPr>
        <a:xfrm>
          <a:off x="0" y="87058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Acceleration can occur two ways; SPEED or DIRECTION</a:t>
          </a:r>
        </a:p>
      </dsp:txBody>
      <dsp:txXfrm>
        <a:off x="0" y="870586"/>
        <a:ext cx="10515600" cy="870055"/>
      </dsp:txXfrm>
    </dsp:sp>
    <dsp:sp modelId="{983E9B9A-2204-45AF-9FC0-B3C695CF6B23}">
      <dsp:nvSpPr>
        <dsp:cNvPr id="0" name=""/>
        <dsp:cNvSpPr/>
      </dsp:nvSpPr>
      <dsp:spPr>
        <a:xfrm>
          <a:off x="0" y="174064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4B6F3B-9449-4F37-87F7-37E152FE39C3}">
      <dsp:nvSpPr>
        <dsp:cNvPr id="0" name=""/>
        <dsp:cNvSpPr/>
      </dsp:nvSpPr>
      <dsp:spPr>
        <a:xfrm>
          <a:off x="0" y="174064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High speed accelerating electrons are awesome and dangerous: X-rays</a:t>
          </a:r>
        </a:p>
      </dsp:txBody>
      <dsp:txXfrm>
        <a:off x="0" y="1740641"/>
        <a:ext cx="10515600" cy="870055"/>
      </dsp:txXfrm>
    </dsp:sp>
    <dsp:sp modelId="{A2984EEE-B2BC-40B4-A54F-8154ADFF72B7}">
      <dsp:nvSpPr>
        <dsp:cNvPr id="0" name=""/>
        <dsp:cNvSpPr/>
      </dsp:nvSpPr>
      <dsp:spPr>
        <a:xfrm>
          <a:off x="0" y="261069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14DB79-67F5-432C-BDFF-24F47B10F3FE}">
      <dsp:nvSpPr>
        <dsp:cNvPr id="0" name=""/>
        <dsp:cNvSpPr/>
      </dsp:nvSpPr>
      <dsp:spPr>
        <a:xfrm>
          <a:off x="0" y="261069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We often want fast electrons, easiest way to get them is VOLTAGE</a:t>
          </a:r>
        </a:p>
      </dsp:txBody>
      <dsp:txXfrm>
        <a:off x="0" y="2610696"/>
        <a:ext cx="10515600" cy="870055"/>
      </dsp:txXfrm>
    </dsp:sp>
    <dsp:sp modelId="{8B6CA3DD-F604-45E5-B22D-605E2E3DC8D1}">
      <dsp:nvSpPr>
        <dsp:cNvPr id="0" name=""/>
        <dsp:cNvSpPr/>
      </dsp:nvSpPr>
      <dsp:spPr>
        <a:xfrm>
          <a:off x="0" y="348075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D6DEEC-4F5A-4B55-A23D-FD1348BE6DD9}">
      <dsp:nvSpPr>
        <dsp:cNvPr id="0" name=""/>
        <dsp:cNvSpPr/>
      </dsp:nvSpPr>
      <dsp:spPr>
        <a:xfrm>
          <a:off x="0" y="348075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VOLTAGE gives electrons energy, makes them accelerate (charged particles)</a:t>
          </a:r>
        </a:p>
      </dsp:txBody>
      <dsp:txXfrm>
        <a:off x="0" y="3480751"/>
        <a:ext cx="10515600" cy="8700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5C4567-30BB-449C-A033-F7654323FFE7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E4C3E2-63E4-47C6-8E8F-6839355A8A6A}">
      <dsp:nvSpPr>
        <dsp:cNvPr id="0" name=""/>
        <dsp:cNvSpPr/>
      </dsp:nvSpPr>
      <dsp:spPr>
        <a:xfrm>
          <a:off x="0" y="0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An atomic mass unit (amu) is 1/12</a:t>
          </a:r>
          <a:r>
            <a:rPr lang="en-US" sz="3000" kern="1200" baseline="30000"/>
            <a:t>th</a:t>
          </a:r>
          <a:r>
            <a:rPr lang="en-US" sz="3000" kern="1200"/>
            <a:t> of the mass of a carbon-12 </a:t>
          </a:r>
          <a:r>
            <a:rPr lang="en-US" sz="3000" b="1" kern="1200"/>
            <a:t>nucleus</a:t>
          </a:r>
          <a:r>
            <a:rPr lang="en-US" sz="3000" kern="1200"/>
            <a:t>.</a:t>
          </a:r>
        </a:p>
      </dsp:txBody>
      <dsp:txXfrm>
        <a:off x="0" y="0"/>
        <a:ext cx="10515600" cy="1087834"/>
      </dsp:txXfrm>
    </dsp:sp>
    <dsp:sp modelId="{10F721FF-52CC-44CA-8ACF-EDFD046CB768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135BFD-EAAE-4D0B-B6D5-4D3C23ED9474}">
      <dsp:nvSpPr>
        <dsp:cNvPr id="0" name=""/>
        <dsp:cNvSpPr/>
      </dsp:nvSpPr>
      <dsp:spPr>
        <a:xfrm>
          <a:off x="0" y="1087834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Carbon-12 has 6 protons and 6 neutrons and weighs 12 amu (by definition).</a:t>
          </a:r>
        </a:p>
      </dsp:txBody>
      <dsp:txXfrm>
        <a:off x="0" y="1087834"/>
        <a:ext cx="10515600" cy="1087834"/>
      </dsp:txXfrm>
    </dsp:sp>
    <dsp:sp modelId="{25039022-DBAE-4B8B-9901-B7800996B374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6AA15D-BEE3-4259-B880-655CA285ADA5}">
      <dsp:nvSpPr>
        <dsp:cNvPr id="0" name=""/>
        <dsp:cNvSpPr/>
      </dsp:nvSpPr>
      <dsp:spPr>
        <a:xfrm>
          <a:off x="0" y="2175669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Protons and neutrons weigh ~ the same, each is about 1 amu</a:t>
          </a:r>
        </a:p>
      </dsp:txBody>
      <dsp:txXfrm>
        <a:off x="0" y="2175669"/>
        <a:ext cx="10515600" cy="1087834"/>
      </dsp:txXfrm>
    </dsp:sp>
    <dsp:sp modelId="{CBB1EA87-9B08-41D7-A430-B588EB5EB191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D123EF-F5C2-442C-9A49-B746A6700309}">
      <dsp:nvSpPr>
        <dsp:cNvPr id="0" name=""/>
        <dsp:cNvSpPr/>
      </dsp:nvSpPr>
      <dsp:spPr>
        <a:xfrm>
          <a:off x="0" y="3263503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1 amu = 1.66E-27 kg</a:t>
          </a:r>
        </a:p>
      </dsp:txBody>
      <dsp:txXfrm>
        <a:off x="0" y="3263503"/>
        <a:ext cx="10515600" cy="10878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6A9CE0-3B32-42CE-ABFE-AD89C84D7AD5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0194A0-B93A-400F-B352-AE7CF7C1F7E7}">
      <dsp:nvSpPr>
        <dsp:cNvPr id="0" name=""/>
        <dsp:cNvSpPr/>
      </dsp:nvSpPr>
      <dsp:spPr>
        <a:xfrm>
          <a:off x="0" y="0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When energy </a:t>
          </a:r>
          <a:r>
            <a:rPr lang="en-US" sz="3000" b="1" kern="1200"/>
            <a:t>radiates</a:t>
          </a:r>
          <a:r>
            <a:rPr lang="en-US" sz="3000" kern="1200"/>
            <a:t> away from something (energy or mass)</a:t>
          </a:r>
        </a:p>
      </dsp:txBody>
      <dsp:txXfrm>
        <a:off x="0" y="0"/>
        <a:ext cx="10515600" cy="1087834"/>
      </dsp:txXfrm>
    </dsp:sp>
    <dsp:sp modelId="{18B9DB41-7D73-4903-BE7F-EDE752F005FA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89960D-4A8E-4C93-A9F6-B7D1A331B9B0}">
      <dsp:nvSpPr>
        <dsp:cNvPr id="0" name=""/>
        <dsp:cNvSpPr/>
      </dsp:nvSpPr>
      <dsp:spPr>
        <a:xfrm>
          <a:off x="0" y="1087834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Lots of misconceptions!</a:t>
          </a:r>
        </a:p>
      </dsp:txBody>
      <dsp:txXfrm>
        <a:off x="0" y="1087834"/>
        <a:ext cx="10515600" cy="1087834"/>
      </dsp:txXfrm>
    </dsp:sp>
    <dsp:sp modelId="{C5B1FC3F-A090-4926-A084-330A5771878D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F4541A-7108-4456-AAA5-9482B37973E4}">
      <dsp:nvSpPr>
        <dsp:cNvPr id="0" name=""/>
        <dsp:cNvSpPr/>
      </dsp:nvSpPr>
      <dsp:spPr>
        <a:xfrm>
          <a:off x="0" y="2175669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Many types of radiation and the uses/danger are just as variable</a:t>
          </a:r>
        </a:p>
      </dsp:txBody>
      <dsp:txXfrm>
        <a:off x="0" y="2175669"/>
        <a:ext cx="10515600" cy="1087834"/>
      </dsp:txXfrm>
    </dsp:sp>
    <dsp:sp modelId="{FA437B72-EE8B-4DDA-A243-775D5A472980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A4B40F-4B93-47E2-A884-EB6ACC3034F9}">
      <dsp:nvSpPr>
        <dsp:cNvPr id="0" name=""/>
        <dsp:cNvSpPr/>
      </dsp:nvSpPr>
      <dsp:spPr>
        <a:xfrm>
          <a:off x="0" y="3263503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Light, Microwave, infrared, alpha, beta, gamma, the list goes on</a:t>
          </a:r>
        </a:p>
      </dsp:txBody>
      <dsp:txXfrm>
        <a:off x="0" y="3263503"/>
        <a:ext cx="10515600" cy="10878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18:42:22.3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24575,'15'12'0,"-1"0"0,2 0 0,0-2 0,24 13 0,-20-12 0,-1 1 0,28 21 0,-25-13 0,21 26 0,-29-30 0,0 0 0,2-1 0,33 25 0,127 67 0,-152-92 0,0 0 0,28 25 0,19 14 0,-28-27 0,-11-7 0,-1 1 0,54 47 0,-68-53 0,1-2 0,33 21 0,-32-22 0,0 1 0,28 24 0,-6 7 0,-33-34 0,0 0 0,1-1 0,1 0 0,-1 0 0,2-1 0,-1 0 0,1-1 0,0 0 0,15 7 0,-3-4 0,0 1 0,0 1 0,34 23 0,56 54 0,-113-88 0,41 30-341,1-2 0,1-2-1,75 36 1,-95-52-6485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18:42:24.1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1264 1 24575,'0'7'0,"0"0"0,0 0 0,-1 1 0,0-1 0,0 0 0,0 0 0,-1 0 0,0 0 0,-1 0 0,1 0 0,-1-1 0,-1 1 0,1-1 0,-1 0 0,0 0 0,-10 11 0,-152 161 0,122-132 0,20-24 0,-33 45 0,39-42 0,-16 32 0,27-47 0,0 0 0,-1 0 0,0-1 0,0 0 0,-1-1 0,0 1 0,-11 6 0,9-6 0,0 0 0,1 0 0,0 1 0,-16 21 0,5 1 0,3-7 0,1 0 0,1 2 0,1 0 0,-16 45 0,28-64 0,0 0 0,0 0 0,0 0 0,-1 0 0,-1-1 0,1 0 0,-1 0 0,0 0 0,0 0 0,-1-1 0,0 0 0,0 0 0,-1 0 0,0-1 0,1 0 0,-2-1 0,1 1 0,-12 4 0,2 1 0,0 0 0,1 1 0,-15 14 0,-3 2 0,16-13 0,5-5 0,0 1 0,0-1 0,0-1 0,-28 12 0,28-14 0,0 0 0,-16 11 0,17-9 0,0-1 0,-18 7 0,13-8 0,7-3 0,1 0 0,0 1 0,0 0 0,0 1 0,0 0 0,0 0 0,1 1 0,0 0 0,-12 12 0,-17 28-1365,25-25-5461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18:45:46.7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24575,'7'1'0,"0"0"0,0 1 0,0-1 0,1 1 0,-1 1 0,-1-1 0,1 1 0,0 0 0,-1 1 0,11 7 0,-8-5 0,0-1 0,0 0 0,0-1 0,0 0 0,11 3 0,39 5 0,-27-5 0,61 20 0,-76-21 0,84 37 0,-87-36 0,-1 1 0,-1 0 0,1 1 0,-1 0 0,14 15 0,-14-12 0,0 0 0,2-1 0,-1 0 0,1-1 0,1-1 0,0 0 0,0-1 0,29 11 0,-3-3 0,51 27 0,-16-6 0,-50-25 0,30 22 0,13 6 0,-30-24 0,0-1 0,50 11 0,45 16 0,-99-25 0,38 22 0,20 11 0,-80-45-101,5 4-110,0-1 1,0-2-1,1 1 0,-1-2 1,29 4-1,-19-6-6615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18:45:48.3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1785 0 24575,'0'2'0,"-1"1"0,1-1 0,-1 0 0,1 0 0,-1 0 0,0 0 0,0 0 0,0 0 0,0 0 0,0 0 0,0 0 0,-1-1 0,-2 4 0,-23 21 0,20-20 0,-26 23 0,-63 43 0,83-64 0,0 0 0,-1-1 0,1-1 0,-2 0 0,1-1 0,0 0 0,-1-1 0,-27 3 0,12-5 0,8 0 0,-1 0 0,-29 8 0,20-4 0,-43 5 0,43-8 0,-47 12 0,46-8 0,0-1 0,-1-1 0,-35 0 0,-106-6 0,68-2 0,30 2 0,-98 3 0,153 2 0,0 0 0,1 2 0,-1 0 0,-21 10 0,22-7 0,0-2 0,-1-1 0,-38 7 0,29-8-455,1 0 0,-49 16 0,68-17-6371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C8CA3F-D553-4D66-BE76-DC2BBB0C458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D4A98D-8CD9-406B-A888-A02A796E8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417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D4A98D-8CD9-406B-A888-A02A796E835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7993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E&amp;M Derived Values</a:t>
            </a:r>
          </a:p>
          <a:p>
            <a:r>
              <a:rPr lang="en-US" dirty="0"/>
              <a:t>Common Electricity Equations</a:t>
            </a:r>
          </a:p>
          <a:p>
            <a:r>
              <a:rPr lang="en-US" dirty="0"/>
              <a:t>Acceleration of Electrons</a:t>
            </a:r>
          </a:p>
          <a:p>
            <a:r>
              <a:rPr lang="en-US" dirty="0"/>
              <a:t>Atomic Mass Units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D4A98D-8CD9-406B-A888-A02A796E835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1676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Radiation</a:t>
            </a:r>
          </a:p>
          <a:p>
            <a:r>
              <a:rPr lang="en-US" dirty="0"/>
              <a:t>Types of Radiation</a:t>
            </a:r>
          </a:p>
          <a:p>
            <a:r>
              <a:rPr lang="en-US" dirty="0"/>
              <a:t>What is a photon</a:t>
            </a:r>
          </a:p>
          <a:p>
            <a:r>
              <a:rPr lang="en-US" dirty="0"/>
              <a:t>Photon Spectrum</a:t>
            </a:r>
          </a:p>
          <a:p>
            <a:r>
              <a:rPr lang="en-US" dirty="0"/>
              <a:t>Clearing up Photon vs Gamma vs Xray</a:t>
            </a:r>
          </a:p>
          <a:p>
            <a:r>
              <a:rPr lang="en-US" dirty="0"/>
              <a:t>Wave-Particle Duality</a:t>
            </a:r>
          </a:p>
          <a:p>
            <a:r>
              <a:rPr lang="en-US" dirty="0"/>
              <a:t>Common Photon Units</a:t>
            </a:r>
          </a:p>
          <a:p>
            <a:r>
              <a:rPr lang="en-US" dirty="0"/>
              <a:t>Calculating Photon Chars.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D4A98D-8CD9-406B-A888-A02A796E835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1474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D4A98D-8CD9-406B-A888-A02A796E835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8666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D4A98D-8CD9-406B-A888-A02A796E835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272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3975C-59AC-0828-6B40-D10E5C3A76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78F2D6-AD56-160E-4486-EF637F8149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347F8-6612-BF98-6586-697870088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FA8C3-4472-4CD4-BAD2-5E62726B6A4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EA524-8B5E-869C-BFD7-93768C729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0F8C9-FB6E-7CBF-A93C-79C0E0360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68BB2-CF35-4E09-9AF6-47442C42A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198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C037F-E326-76C1-C3B1-E698A5BF8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48116-8CAB-DC10-C5DD-8B1314F50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341BB-763B-46B3-ABC7-B57716456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FA8C3-4472-4CD4-BAD2-5E62726B6A4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F37FA-4DF2-71B3-0255-EDD6D66A5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1B73E-074A-9BFA-879F-21F14B182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68BB2-CF35-4E09-9AF6-47442C42A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628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3E979-433F-394C-F100-250D8663F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3B424-E962-0869-DC4A-006778689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E387A-655F-A030-1FB0-0D7BA96A1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FA8C3-4472-4CD4-BAD2-5E62726B6A4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363CD-6920-CCDD-037A-2C348ACC9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66ED8-6CB8-2894-E48E-AFA08A199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68BB2-CF35-4E09-9AF6-47442C42A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81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16A89-FFF7-538D-A4AF-AFC1B1883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1B572-FE29-C4F2-DB66-62B8C4370E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904255-F1F6-1109-1BD5-A12710771C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53897D-9DED-B88E-FA85-D80F8683E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FA8C3-4472-4CD4-BAD2-5E62726B6A4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7FA5F8-63F4-1C7E-CEFA-1579A63ED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FB71A9-49E7-C673-8946-CA11143FD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68BB2-CF35-4E09-9AF6-47442C42A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86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6E697-CEFC-2B41-DC14-6D986C6CE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C61A4D-AD82-5189-E1C4-F2D667510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BDB0D6-129E-2B52-D61B-2685C6B43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87C187-C99A-2DD7-DBD8-6EDB4028EA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374637-26F4-6616-803A-F5AAAAAFCC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A94C10-8CB8-1A53-CD85-0563CA0CB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FA8C3-4472-4CD4-BAD2-5E62726B6A4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7C21D4-D7F5-EAF2-2393-A4CAB6043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E75AE4-F0A5-1DA0-A95B-6E80A1CDB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68BB2-CF35-4E09-9AF6-47442C42A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588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B2291-23F6-7E15-9CA4-8540FB3D1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4D04E7-E344-EEAC-5CD9-C66285F1F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FA8C3-4472-4CD4-BAD2-5E62726B6A4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1DD7F3-13CA-F25C-9750-A8AD33EB8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D854DA-E474-987B-72F4-373290636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68BB2-CF35-4E09-9AF6-47442C42A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104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EF8D17-41FE-43EC-FC5A-665E4FD24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FA8C3-4472-4CD4-BAD2-5E62726B6A4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F20880-2FDB-96CC-8018-24AEF6CBA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988BD-AF5F-7A3F-58A7-2D24ED75E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68BB2-CF35-4E09-9AF6-47442C42A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7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7BCDA-8519-934C-211F-63964CBA4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2C39B-35E4-568A-A701-4A6D96C71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855F1D-202A-7012-BC47-6CFDEE250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22B56-EA6B-497D-4C3D-58B5E0649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FA8C3-4472-4CD4-BAD2-5E62726B6A4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7E0E4-2E3E-58B5-E5A4-64A89D532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9BFCF8-B6C4-9E07-D994-0F0A8E8A7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68BB2-CF35-4E09-9AF6-47442C42A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426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A2FE2-F295-F56B-AED0-544F50715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556877-377F-92E9-F1AF-4D2440BAAB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A70848-A62F-FF6F-2D70-13C774D4E4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DDDBFB-7E21-2499-DB6D-E1BE22D14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FA8C3-4472-4CD4-BAD2-5E62726B6A4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F0D4F8-3A3D-18BD-CDFA-0E540C114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006F87-5FC4-F0C3-22FE-F1F1B60A7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68BB2-CF35-4E09-9AF6-47442C42A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163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7250D-08AC-81FD-E16F-32F915B66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E02E7B-6132-5E9A-67B5-5EBBF40C4E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4F4EA-B0BC-7C8A-687E-91ADA7D30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FA8C3-4472-4CD4-BAD2-5E62726B6A4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8EDA1-E1FD-D466-A62C-2080D5AFD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8B435-B7D8-3F0A-0FDA-96D192F28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68BB2-CF35-4E09-9AF6-47442C42A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712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92E287-19D6-482B-6196-8E850E6B7D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183467-E2D6-00CE-B5B5-8125A73EB9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78729-51FF-DF97-47FD-A87793662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FA8C3-4472-4CD4-BAD2-5E62726B6A4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29E16-99DA-7048-783F-27FCBAA39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3173B-0727-B117-CE0D-46632D9C3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68BB2-CF35-4E09-9AF6-47442C42A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806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C96B9C-2577-20EB-7008-5E256EE4F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3679D-BE01-3716-D5A3-C9683ECD7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FBA24-679E-BB04-6C56-FE4A0E9DC5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4FA8C3-4472-4CD4-BAD2-5E62726B6A4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3328A-E239-067E-2452-3A33B3EC5A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BF52B-6DC2-3107-6985-7C6BB3EAD7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868BB2-CF35-4E09-9AF6-47442C42A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848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2.xml"/><Relationship Id="rId10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customXml" Target="../ink/ink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ample being pipetted into a petri dish">
            <a:extLst>
              <a:ext uri="{FF2B5EF4-FFF2-40B4-BE49-F238E27FC236}">
                <a16:creationId xmlns:a16="http://schemas.microsoft.com/office/drawing/2014/main" id="{01178650-DD7E-32BB-A2DD-87DF41933FA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t="17929" b="682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50A390-4C24-90A3-2D00-4EA41E609C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Review of Radiation Physics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7A111-5865-173C-D556-42D39C3FE9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576234"/>
          </a:xfrm>
        </p:spPr>
        <p:txBody>
          <a:bodyPr>
            <a:noAutofit/>
          </a:bodyPr>
          <a:lstStyle/>
          <a:p>
            <a:r>
              <a:rPr lang="en-US" sz="1800" dirty="0">
                <a:solidFill>
                  <a:srgbClr val="FFFFFF"/>
                </a:solidFill>
              </a:rPr>
              <a:t>RTT4220 – Lecture #1</a:t>
            </a:r>
          </a:p>
          <a:p>
            <a:r>
              <a:rPr lang="en-US" sz="1800" dirty="0">
                <a:solidFill>
                  <a:srgbClr val="FFFFFF"/>
                </a:solidFill>
              </a:rPr>
              <a:t>Kedree Proffitt</a:t>
            </a:r>
          </a:p>
          <a:p>
            <a:r>
              <a:rPr lang="en-US" sz="1800" dirty="0">
                <a:solidFill>
                  <a:srgbClr val="FFFFFF"/>
                </a:solidFill>
              </a:rPr>
              <a:t>WSU</a:t>
            </a:r>
          </a:p>
          <a:p>
            <a:r>
              <a:rPr lang="en-US" sz="1800" dirty="0">
                <a:solidFill>
                  <a:srgbClr val="FFFFFF"/>
                </a:solidFill>
              </a:rPr>
              <a:t>09/02/2025</a:t>
            </a:r>
          </a:p>
        </p:txBody>
      </p:sp>
    </p:spTree>
    <p:extLst>
      <p:ext uri="{BB962C8B-B14F-4D97-AF65-F5344CB8AC3E}">
        <p14:creationId xmlns:p14="http://schemas.microsoft.com/office/powerpoint/2010/main" val="1381181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EE3646-C1E4-CE56-F49F-75433E60D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Review of Electricity and Magnetism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4830A-8C4F-8DAF-A696-667281120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old stuff</a:t>
            </a:r>
          </a:p>
        </p:txBody>
      </p:sp>
    </p:spTree>
    <p:extLst>
      <p:ext uri="{BB962C8B-B14F-4D97-AF65-F5344CB8AC3E}">
        <p14:creationId xmlns:p14="http://schemas.microsoft.com/office/powerpoint/2010/main" val="3573231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CB408-23E6-A01A-EB83-032C30513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Electricity and Magnetism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0C8C65-E91A-7E26-A84F-784CBA1C56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305235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Energy (Many Symbols) [J or eV]</a:t>
                </a:r>
              </a:p>
              <a:p>
                <a:r>
                  <a:rPr lang="en-US" dirty="0"/>
                  <a:t>Charge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) [C or A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s]</a:t>
                </a:r>
              </a:p>
              <a:p>
                <a:r>
                  <a:rPr lang="en-US" dirty="0"/>
                  <a:t>Current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) [A]</a:t>
                </a:r>
              </a:p>
              <a:p>
                <a:r>
                  <a:rPr lang="en-US" dirty="0"/>
                  <a:t>Electric Potential (Voltage)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) [V or J/C]</a:t>
                </a:r>
              </a:p>
              <a:p>
                <a:r>
                  <a:rPr lang="en-US" dirty="0"/>
                  <a:t>Power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) [W or J/s]</a:t>
                </a:r>
              </a:p>
              <a:p>
                <a:r>
                  <a:rPr lang="en-US" dirty="0"/>
                  <a:t>Resistance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) [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]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0C8C65-E91A-7E26-A84F-784CBA1C56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3052353"/>
              </a:xfrm>
              <a:blipFill>
                <a:blip r:embed="rId2"/>
                <a:stretch>
                  <a:fillRect l="-1043" t="-3393" b="-4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87349628-F4A2-308B-D6F2-012DF2FE1B1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4877978"/>
                <a:ext cx="2100943" cy="1261564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87349628-F4A2-308B-D6F2-012DF2FE1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877978"/>
                <a:ext cx="2100943" cy="12615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BECBA34-19BF-B6DE-90A4-A85554AB816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252856" y="4885045"/>
                <a:ext cx="2100943" cy="1261564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BECBA34-19BF-B6DE-90A4-A85554AB81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2856" y="4885045"/>
                <a:ext cx="2100943" cy="12615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 descr="Voltage Current Resistance Triangle [VIR Triangle] • Ohm Law">
            <a:extLst>
              <a:ext uri="{FF2B5EF4-FFF2-40B4-BE49-F238E27FC236}">
                <a16:creationId xmlns:a16="http://schemas.microsoft.com/office/drawing/2014/main" id="{3080665D-5004-119E-67C8-012FB2BD92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3924" y="2328538"/>
            <a:ext cx="4684890" cy="2200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52D63D2-07D8-9FC9-3C3C-8B6F8BAE5C9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18363" y="4877977"/>
                <a:ext cx="3555273" cy="1261564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/>
                        <m:t>KE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52D63D2-07D8-9FC9-3C3C-8B6F8BAE5C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8363" y="4877977"/>
                <a:ext cx="3555273" cy="12615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D5E072FD-45DC-1F2F-4EE2-BFE5D8CCA3DE}"/>
              </a:ext>
            </a:extLst>
          </p:cNvPr>
          <p:cNvSpPr/>
          <p:nvPr/>
        </p:nvSpPr>
        <p:spPr>
          <a:xfrm>
            <a:off x="908126" y="2401294"/>
            <a:ext cx="6224194" cy="4214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5FDF0D-0A14-870A-964C-5A0DF468FCCB}"/>
              </a:ext>
            </a:extLst>
          </p:cNvPr>
          <p:cNvSpPr/>
          <p:nvPr/>
        </p:nvSpPr>
        <p:spPr>
          <a:xfrm>
            <a:off x="836522" y="2930380"/>
            <a:ext cx="6224194" cy="4214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D98CF8-4C1E-0DA1-87AA-A129964AC015}"/>
              </a:ext>
            </a:extLst>
          </p:cNvPr>
          <p:cNvSpPr/>
          <p:nvPr/>
        </p:nvSpPr>
        <p:spPr>
          <a:xfrm>
            <a:off x="836522" y="3398384"/>
            <a:ext cx="6224194" cy="4214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5F6C8-9627-C1AA-1225-5A5D122FFC20}"/>
              </a:ext>
            </a:extLst>
          </p:cNvPr>
          <p:cNvSpPr/>
          <p:nvPr/>
        </p:nvSpPr>
        <p:spPr>
          <a:xfrm>
            <a:off x="873099" y="3903617"/>
            <a:ext cx="6224194" cy="4214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9AEE0A-2AD1-FE9E-3947-EA8BD72A64C6}"/>
              </a:ext>
            </a:extLst>
          </p:cNvPr>
          <p:cNvSpPr/>
          <p:nvPr/>
        </p:nvSpPr>
        <p:spPr>
          <a:xfrm>
            <a:off x="836522" y="4371621"/>
            <a:ext cx="6224194" cy="4214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36CCAE-EB67-A2C1-79B1-4CE4AA8E55F4}"/>
              </a:ext>
            </a:extLst>
          </p:cNvPr>
          <p:cNvSpPr/>
          <p:nvPr/>
        </p:nvSpPr>
        <p:spPr>
          <a:xfrm>
            <a:off x="7177139" y="2259531"/>
            <a:ext cx="4813428" cy="22699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287EF2-A191-70A5-65B3-D22D77124347}"/>
              </a:ext>
            </a:extLst>
          </p:cNvPr>
          <p:cNvSpPr/>
          <p:nvPr/>
        </p:nvSpPr>
        <p:spPr>
          <a:xfrm>
            <a:off x="802065" y="4805073"/>
            <a:ext cx="10639861" cy="14287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012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2642E-F920-5796-C5D3-D2C24902B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Electrons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089862E0-46A8-B550-AB62-4BA880709CA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5256C4AC-382A-DD22-9CF4-CC5FEAEB0879}"/>
              </a:ext>
            </a:extLst>
          </p:cNvPr>
          <p:cNvSpPr/>
          <p:nvPr/>
        </p:nvSpPr>
        <p:spPr>
          <a:xfrm>
            <a:off x="701391" y="2615979"/>
            <a:ext cx="10716681" cy="548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FCDAA0-6204-2E11-D5F2-4B871469F7C4}"/>
              </a:ext>
            </a:extLst>
          </p:cNvPr>
          <p:cNvSpPr/>
          <p:nvPr/>
        </p:nvSpPr>
        <p:spPr>
          <a:xfrm>
            <a:off x="701391" y="3482672"/>
            <a:ext cx="10716680" cy="548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F99BA3-8E63-2873-9C2F-4EB1A6378ACF}"/>
              </a:ext>
            </a:extLst>
          </p:cNvPr>
          <p:cNvSpPr/>
          <p:nvPr/>
        </p:nvSpPr>
        <p:spPr>
          <a:xfrm>
            <a:off x="543690" y="4349365"/>
            <a:ext cx="10930042" cy="548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DA6E9D-A1C2-3B4D-22F0-9D9038768332}"/>
              </a:ext>
            </a:extLst>
          </p:cNvPr>
          <p:cNvSpPr/>
          <p:nvPr/>
        </p:nvSpPr>
        <p:spPr>
          <a:xfrm>
            <a:off x="637120" y="5216058"/>
            <a:ext cx="10716680" cy="548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303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838AC-8040-2635-A5FB-B85DF095D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Electron Energy and Speed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CF5414-0FEC-F309-A56C-7C0BFF16B4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3852"/>
                <a:ext cx="10515600" cy="5342708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 algn="just">
                  <a:buNone/>
                </a:pPr>
                <a:r>
                  <a:rPr lang="en-US" dirty="0"/>
                  <a:t>An electron travels a 300 V electric potential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=300</m:t>
                    </m:r>
                  </m:oMath>
                </a14:m>
                <a:r>
                  <a:rPr lang="en-US" dirty="0"/>
                  <a:t> V) has a typical mass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=9.1×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−31</m:t>
                        </m:r>
                      </m:sup>
                    </m:sSup>
                  </m:oMath>
                </a14:m>
                <a:r>
                  <a:rPr lang="en-US" dirty="0"/>
                  <a:t> kg) and a typical charge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=1.6×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−19</m:t>
                        </m:r>
                      </m:sup>
                    </m:sSup>
                  </m:oMath>
                </a14:m>
                <a:r>
                  <a:rPr lang="en-US" dirty="0"/>
                  <a:t>); find the kinetic energy assuming it started at rest.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KE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KE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1.6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19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300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=4.87×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−17</m:t>
                          </m:r>
                        </m:sup>
                      </m:sSup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J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2.73×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−28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J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eV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1.6×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−19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=300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eV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Now find the velocity it had as it left the potential (ignore relativity).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KE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KE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2×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4.87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−17</m:t>
                                      </m:r>
                                    </m:sup>
                                  </m:sSup>
                                </m:e>
                              </m:d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9.1×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−19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=10.3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CF5414-0FEC-F309-A56C-7C0BFF16B4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3852"/>
                <a:ext cx="10515600" cy="5342708"/>
              </a:xfrm>
              <a:blipFill>
                <a:blip r:embed="rId2"/>
                <a:stretch>
                  <a:fillRect l="-754" t="-2283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B8471E6-4D72-5280-9506-C970DEF2BDA8}"/>
              </a:ext>
            </a:extLst>
          </p:cNvPr>
          <p:cNvSpPr/>
          <p:nvPr/>
        </p:nvSpPr>
        <p:spPr>
          <a:xfrm>
            <a:off x="737660" y="2337684"/>
            <a:ext cx="10716680" cy="548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140942-84E8-4B96-39D0-385DD29936CE}"/>
              </a:ext>
            </a:extLst>
          </p:cNvPr>
          <p:cNvSpPr/>
          <p:nvPr/>
        </p:nvSpPr>
        <p:spPr>
          <a:xfrm>
            <a:off x="737660" y="3154680"/>
            <a:ext cx="10716680" cy="548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6CFE38-EC05-87A6-02FA-132C9C9B3DF7}"/>
              </a:ext>
            </a:extLst>
          </p:cNvPr>
          <p:cNvSpPr/>
          <p:nvPr/>
        </p:nvSpPr>
        <p:spPr>
          <a:xfrm>
            <a:off x="838200" y="3820886"/>
            <a:ext cx="10716680" cy="7749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D6FBBF-5660-C4DC-F332-96FA7F75272E}"/>
              </a:ext>
            </a:extLst>
          </p:cNvPr>
          <p:cNvSpPr/>
          <p:nvPr/>
        </p:nvSpPr>
        <p:spPr>
          <a:xfrm>
            <a:off x="637120" y="4762047"/>
            <a:ext cx="10716680" cy="548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58EB63-F329-217C-C044-BF442B690317}"/>
              </a:ext>
            </a:extLst>
          </p:cNvPr>
          <p:cNvSpPr/>
          <p:nvPr/>
        </p:nvSpPr>
        <p:spPr>
          <a:xfrm>
            <a:off x="737660" y="5569103"/>
            <a:ext cx="10716680" cy="10066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419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EB15A-3950-73C2-30E4-AC8DC75EC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Atomic Mass Units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4120C952-22BE-842F-3B4E-0DF6DE80728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E6C2940B-4159-B1BD-4817-7D172C6514EE}"/>
              </a:ext>
            </a:extLst>
          </p:cNvPr>
          <p:cNvSpPr/>
          <p:nvPr/>
        </p:nvSpPr>
        <p:spPr>
          <a:xfrm>
            <a:off x="637120" y="2798860"/>
            <a:ext cx="10716680" cy="11131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34D217-3183-C1C8-1108-7FDC80704601}"/>
              </a:ext>
            </a:extLst>
          </p:cNvPr>
          <p:cNvSpPr/>
          <p:nvPr/>
        </p:nvSpPr>
        <p:spPr>
          <a:xfrm>
            <a:off x="737660" y="3907032"/>
            <a:ext cx="10716680" cy="11131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0D7C27-1455-80DF-2A8E-B801388BDA8F}"/>
              </a:ext>
            </a:extLst>
          </p:cNvPr>
          <p:cNvSpPr/>
          <p:nvPr/>
        </p:nvSpPr>
        <p:spPr>
          <a:xfrm>
            <a:off x="637120" y="5085564"/>
            <a:ext cx="10716680" cy="11131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421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EC590B-3306-47E9-BD67-97F3F7616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1" name="Color">
              <a:extLst>
                <a:ext uri="{FF2B5EF4-FFF2-40B4-BE49-F238E27FC236}">
                  <a16:creationId xmlns:a16="http://schemas.microsoft.com/office/drawing/2014/main" id="{54F87DBC-E43C-4CE4-A8C5-61E3D6819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olor">
              <a:extLst>
                <a:ext uri="{FF2B5EF4-FFF2-40B4-BE49-F238E27FC236}">
                  <a16:creationId xmlns:a16="http://schemas.microsoft.com/office/drawing/2014/main" id="{CD39A88A-7F84-4ACA-877B-E28BC26CD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47AAF5E-1692-48C9-98FB-6432BF0B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F36A26D-E71D-4663-B197-8B7BFA37A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A821CEB-DA96-4952-93B9-81F9C42BA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C8EDE0-D69B-4F65-9AB7-DDE7EAD78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46F0982-BF10-4BF6-842A-F631654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B313509-2128-42CA-81B6-C9EC23E4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589188C-E06E-4F8A-BDD1-02ADF140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B4E610F-FCD0-483F-B9F2-6DF2C28FE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86870CF-27C6-EC16-E785-53D918873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708" y="666351"/>
            <a:ext cx="10558405" cy="30443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Radiation Physics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A4A8EC-1F8C-CDD7-2520-122433F2F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9708" y="3866064"/>
            <a:ext cx="10558405" cy="22344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The good stuff</a:t>
            </a:r>
          </a:p>
        </p:txBody>
      </p:sp>
    </p:spTree>
    <p:extLst>
      <p:ext uri="{BB962C8B-B14F-4D97-AF65-F5344CB8AC3E}">
        <p14:creationId xmlns:p14="http://schemas.microsoft.com/office/powerpoint/2010/main" val="910327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D58D5-D439-F7B3-199A-DBA646F3E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Radiation?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2257CFB2-374C-C27B-66BF-5409E2435D6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E572B697-30E7-B6F3-2FF0-2006D7E72E01}"/>
              </a:ext>
            </a:extLst>
          </p:cNvPr>
          <p:cNvSpPr/>
          <p:nvPr/>
        </p:nvSpPr>
        <p:spPr>
          <a:xfrm>
            <a:off x="637120" y="2798860"/>
            <a:ext cx="10716680" cy="11131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AE3808-A6FE-6085-A613-4DFF634977E4}"/>
              </a:ext>
            </a:extLst>
          </p:cNvPr>
          <p:cNvSpPr/>
          <p:nvPr/>
        </p:nvSpPr>
        <p:spPr>
          <a:xfrm>
            <a:off x="637120" y="3772095"/>
            <a:ext cx="10716680" cy="11131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1AB8AC-A281-DC42-08CF-1E6452A5F21D}"/>
              </a:ext>
            </a:extLst>
          </p:cNvPr>
          <p:cNvSpPr/>
          <p:nvPr/>
        </p:nvSpPr>
        <p:spPr>
          <a:xfrm>
            <a:off x="838200" y="4974529"/>
            <a:ext cx="10716680" cy="11131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38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F7D788E-2C1B-4EF4-8719-12613771F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452"/>
          </a:xfrm>
          <a:prstGeom prst="rect">
            <a:avLst/>
          </a:prstGeom>
          <a:solidFill>
            <a:srgbClr val="40404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93540E-A8DE-51A5-7DE5-D6BEB89FF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949" y="3499076"/>
            <a:ext cx="6053558" cy="242477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Types of Radiation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C54E824-C0F4-480B-BC88-689F50C45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6199" y="548"/>
            <a:ext cx="4349752" cy="3142889"/>
          </a:xfrm>
          <a:custGeom>
            <a:avLst/>
            <a:gdLst>
              <a:gd name="connsiteX0" fmla="*/ 229420 w 4349752"/>
              <a:gd name="connsiteY0" fmla="*/ 0 h 3142889"/>
              <a:gd name="connsiteX1" fmla="*/ 4120333 w 4349752"/>
              <a:gd name="connsiteY1" fmla="*/ 0 h 3142889"/>
              <a:gd name="connsiteX2" fmla="*/ 4178840 w 4349752"/>
              <a:gd name="connsiteY2" fmla="*/ 121453 h 3142889"/>
              <a:gd name="connsiteX3" fmla="*/ 4349752 w 4349752"/>
              <a:gd name="connsiteY3" fmla="*/ 968013 h 3142889"/>
              <a:gd name="connsiteX4" fmla="*/ 2174876 w 4349752"/>
              <a:gd name="connsiteY4" fmla="*/ 3142889 h 3142889"/>
              <a:gd name="connsiteX5" fmla="*/ 0 w 4349752"/>
              <a:gd name="connsiteY5" fmla="*/ 968013 h 3142889"/>
              <a:gd name="connsiteX6" fmla="*/ 170913 w 4349752"/>
              <a:gd name="connsiteY6" fmla="*/ 121453 h 3142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9752" h="3142889">
                <a:moveTo>
                  <a:pt x="229420" y="0"/>
                </a:moveTo>
                <a:lnTo>
                  <a:pt x="4120333" y="0"/>
                </a:lnTo>
                <a:lnTo>
                  <a:pt x="4178840" y="121453"/>
                </a:lnTo>
                <a:cubicBezTo>
                  <a:pt x="4288894" y="381652"/>
                  <a:pt x="4349752" y="667725"/>
                  <a:pt x="4349752" y="968013"/>
                </a:cubicBezTo>
                <a:cubicBezTo>
                  <a:pt x="4349752" y="2169164"/>
                  <a:pt x="3376027" y="3142889"/>
                  <a:pt x="2174876" y="3142889"/>
                </a:cubicBezTo>
                <a:cubicBezTo>
                  <a:pt x="973725" y="3142889"/>
                  <a:pt x="0" y="2169164"/>
                  <a:pt x="0" y="968013"/>
                </a:cubicBezTo>
                <a:cubicBezTo>
                  <a:pt x="0" y="667725"/>
                  <a:pt x="60858" y="381652"/>
                  <a:pt x="170913" y="12145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8DEA6A1-FC5C-4E6E-BBBF-7E472949B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3759" y="1421356"/>
            <a:ext cx="4538241" cy="5436644"/>
          </a:xfrm>
          <a:custGeom>
            <a:avLst/>
            <a:gdLst>
              <a:gd name="connsiteX0" fmla="*/ 3084645 w 4538241"/>
              <a:gd name="connsiteY0" fmla="*/ 0 h 5436644"/>
              <a:gd name="connsiteX1" fmla="*/ 4285328 w 4538241"/>
              <a:gd name="connsiteY1" fmla="*/ 242407 h 5436644"/>
              <a:gd name="connsiteX2" fmla="*/ 4538241 w 4538241"/>
              <a:gd name="connsiteY2" fmla="*/ 364242 h 5436644"/>
              <a:gd name="connsiteX3" fmla="*/ 4538241 w 4538241"/>
              <a:gd name="connsiteY3" fmla="*/ 5436644 h 5436644"/>
              <a:gd name="connsiteX4" fmla="*/ 1091428 w 4538241"/>
              <a:gd name="connsiteY4" fmla="*/ 5436644 h 5436644"/>
              <a:gd name="connsiteX5" fmla="*/ 903472 w 4538241"/>
              <a:gd name="connsiteY5" fmla="*/ 5265818 h 5436644"/>
              <a:gd name="connsiteX6" fmla="*/ 0 w 4538241"/>
              <a:gd name="connsiteY6" fmla="*/ 3084645 h 5436644"/>
              <a:gd name="connsiteX7" fmla="*/ 3084645 w 4538241"/>
              <a:gd name="connsiteY7" fmla="*/ 0 h 543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38241" h="5436644">
                <a:moveTo>
                  <a:pt x="3084645" y="0"/>
                </a:moveTo>
                <a:cubicBezTo>
                  <a:pt x="3510546" y="0"/>
                  <a:pt x="3916286" y="86315"/>
                  <a:pt x="4285328" y="242407"/>
                </a:cubicBezTo>
                <a:lnTo>
                  <a:pt x="4538241" y="364242"/>
                </a:lnTo>
                <a:lnTo>
                  <a:pt x="4538241" y="5436644"/>
                </a:lnTo>
                <a:lnTo>
                  <a:pt x="1091428" y="5436644"/>
                </a:lnTo>
                <a:lnTo>
                  <a:pt x="903472" y="5265818"/>
                </a:lnTo>
                <a:cubicBezTo>
                  <a:pt x="345261" y="4707608"/>
                  <a:pt x="0" y="3936446"/>
                  <a:pt x="0" y="3084645"/>
                </a:cubicBezTo>
                <a:cubicBezTo>
                  <a:pt x="0" y="1381043"/>
                  <a:pt x="1381043" y="0"/>
                  <a:pt x="3084645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6AAAC3B-1954-46B7-BBAC-27DFF5B5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39395" y="0"/>
            <a:ext cx="4023360" cy="2980240"/>
          </a:xfrm>
          <a:custGeom>
            <a:avLst/>
            <a:gdLst>
              <a:gd name="connsiteX0" fmla="*/ 248676 w 4023360"/>
              <a:gd name="connsiteY0" fmla="*/ 0 h 2980240"/>
              <a:gd name="connsiteX1" fmla="*/ 3774684 w 4023360"/>
              <a:gd name="connsiteY1" fmla="*/ 0 h 2980240"/>
              <a:gd name="connsiteX2" fmla="*/ 3780561 w 4023360"/>
              <a:gd name="connsiteY2" fmla="*/ 9674 h 2980240"/>
              <a:gd name="connsiteX3" fmla="*/ 4023360 w 4023360"/>
              <a:gd name="connsiteY3" fmla="*/ 968560 h 2980240"/>
              <a:gd name="connsiteX4" fmla="*/ 2011680 w 4023360"/>
              <a:gd name="connsiteY4" fmla="*/ 2980240 h 2980240"/>
              <a:gd name="connsiteX5" fmla="*/ 0 w 4023360"/>
              <a:gd name="connsiteY5" fmla="*/ 968560 h 2980240"/>
              <a:gd name="connsiteX6" fmla="*/ 242799 w 4023360"/>
              <a:gd name="connsiteY6" fmla="*/ 9674 h 298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23360" h="2980240">
                <a:moveTo>
                  <a:pt x="248676" y="0"/>
                </a:moveTo>
                <a:lnTo>
                  <a:pt x="3774684" y="0"/>
                </a:lnTo>
                <a:lnTo>
                  <a:pt x="3780561" y="9674"/>
                </a:lnTo>
                <a:cubicBezTo>
                  <a:pt x="3935405" y="294716"/>
                  <a:pt x="4023360" y="621366"/>
                  <a:pt x="4023360" y="968560"/>
                </a:cubicBezTo>
                <a:cubicBezTo>
                  <a:pt x="4023360" y="2079580"/>
                  <a:pt x="3122700" y="2980240"/>
                  <a:pt x="2011680" y="2980240"/>
                </a:cubicBezTo>
                <a:cubicBezTo>
                  <a:pt x="900660" y="2980240"/>
                  <a:pt x="0" y="2079580"/>
                  <a:pt x="0" y="968560"/>
                </a:cubicBezTo>
                <a:cubicBezTo>
                  <a:pt x="0" y="621366"/>
                  <a:pt x="87955" y="294716"/>
                  <a:pt x="242799" y="967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03C557-0FFF-59B7-B8CA-27B397D2E3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15161" y="356187"/>
            <a:ext cx="2878409" cy="179228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/>
              <a:t>ELECTROMAGNETIC</a:t>
            </a:r>
          </a:p>
          <a:p>
            <a:r>
              <a:rPr lang="en-US" sz="1700"/>
              <a:t>Photons (that’s it!) </a:t>
            </a:r>
          </a:p>
          <a:p>
            <a:r>
              <a:rPr lang="en-US" sz="1700"/>
              <a:t>The name depends on energy and/or source (i.e. </a:t>
            </a:r>
            <a:r>
              <a:rPr lang="en-US" sz="1700" b="1"/>
              <a:t>Gamma/X-ray/Light</a:t>
            </a:r>
            <a:r>
              <a:rPr lang="en-US" sz="1700"/>
              <a:t>)</a:t>
            </a:r>
          </a:p>
          <a:p>
            <a:pPr lvl="1"/>
            <a:endParaRPr lang="en-US" sz="170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5AD6500-BB62-4AAC-9D2F-C10DDC90C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16897" y="1584494"/>
            <a:ext cx="4375105" cy="5273507"/>
          </a:xfrm>
          <a:custGeom>
            <a:avLst/>
            <a:gdLst>
              <a:gd name="connsiteX0" fmla="*/ 2921508 w 4375105"/>
              <a:gd name="connsiteY0" fmla="*/ 0 h 5273507"/>
              <a:gd name="connsiteX1" fmla="*/ 4314072 w 4375105"/>
              <a:gd name="connsiteY1" fmla="*/ 352611 h 5273507"/>
              <a:gd name="connsiteX2" fmla="*/ 4375105 w 4375105"/>
              <a:gd name="connsiteY2" fmla="*/ 389689 h 5273507"/>
              <a:gd name="connsiteX3" fmla="*/ 4375105 w 4375105"/>
              <a:gd name="connsiteY3" fmla="*/ 5273507 h 5273507"/>
              <a:gd name="connsiteX4" fmla="*/ 1193705 w 4375105"/>
              <a:gd name="connsiteY4" fmla="*/ 5273507 h 5273507"/>
              <a:gd name="connsiteX5" fmla="*/ 1063158 w 4375105"/>
              <a:gd name="connsiteY5" fmla="*/ 5175886 h 5273507"/>
              <a:gd name="connsiteX6" fmla="*/ 0 w 4375105"/>
              <a:gd name="connsiteY6" fmla="*/ 2921508 h 5273507"/>
              <a:gd name="connsiteX7" fmla="*/ 2921508 w 4375105"/>
              <a:gd name="connsiteY7" fmla="*/ 0 h 5273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75105" h="5273507">
                <a:moveTo>
                  <a:pt x="2921508" y="0"/>
                </a:moveTo>
                <a:cubicBezTo>
                  <a:pt x="3425728" y="0"/>
                  <a:pt x="3900114" y="127735"/>
                  <a:pt x="4314072" y="352611"/>
                </a:cubicBezTo>
                <a:lnTo>
                  <a:pt x="4375105" y="389689"/>
                </a:lnTo>
                <a:lnTo>
                  <a:pt x="4375105" y="5273507"/>
                </a:lnTo>
                <a:lnTo>
                  <a:pt x="1193705" y="5273507"/>
                </a:lnTo>
                <a:lnTo>
                  <a:pt x="1063158" y="5175886"/>
                </a:lnTo>
                <a:cubicBezTo>
                  <a:pt x="413861" y="4640038"/>
                  <a:pt x="0" y="3829104"/>
                  <a:pt x="0" y="2921508"/>
                </a:cubicBezTo>
                <a:cubicBezTo>
                  <a:pt x="0" y="1308004"/>
                  <a:pt x="1308004" y="0"/>
                  <a:pt x="292150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635906-7B14-94A5-9F27-EA0DAAF976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6139" y="3143438"/>
            <a:ext cx="3474621" cy="278041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/>
              <a:t>PARTICULATE</a:t>
            </a:r>
          </a:p>
          <a:p>
            <a:r>
              <a:rPr lang="en-US" sz="2000"/>
              <a:t>Helium (</a:t>
            </a:r>
            <a:r>
              <a:rPr lang="en-US" sz="2000" b="1"/>
              <a:t>Alpha</a:t>
            </a:r>
            <a:r>
              <a:rPr lang="en-US" sz="2000"/>
              <a:t>)</a:t>
            </a:r>
          </a:p>
          <a:p>
            <a:r>
              <a:rPr lang="en-US" sz="2000"/>
              <a:t>Electrons (</a:t>
            </a:r>
            <a:r>
              <a:rPr lang="en-US" sz="2000" b="1"/>
              <a:t>Beta</a:t>
            </a:r>
            <a:r>
              <a:rPr lang="en-US" sz="2000"/>
              <a:t>)</a:t>
            </a:r>
          </a:p>
          <a:p>
            <a:r>
              <a:rPr lang="en-US" sz="2000"/>
              <a:t>Protons</a:t>
            </a:r>
          </a:p>
          <a:p>
            <a:endParaRPr lang="en-US" sz="20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2D4FE9-C906-1F48-5DB3-CEE5A7334ECA}"/>
              </a:ext>
            </a:extLst>
          </p:cNvPr>
          <p:cNvSpPr/>
          <p:nvPr/>
        </p:nvSpPr>
        <p:spPr>
          <a:xfrm>
            <a:off x="4249388" y="695736"/>
            <a:ext cx="2676198" cy="11131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BD4B63-E4E9-EC6E-B305-4D840871A6F2}"/>
              </a:ext>
            </a:extLst>
          </p:cNvPr>
          <p:cNvSpPr/>
          <p:nvPr/>
        </p:nvSpPr>
        <p:spPr>
          <a:xfrm>
            <a:off x="8386136" y="3880237"/>
            <a:ext cx="2157293" cy="11131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184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B78E0-9DC0-AA01-4892-B0EE07703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Photon?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53A0D1-E281-AE02-9D78-C7645A8FEF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171609"/>
              </a:xfrm>
            </p:spPr>
            <p:txBody>
              <a:bodyPr/>
              <a:lstStyle/>
              <a:p>
                <a:pPr algn="just"/>
                <a:r>
                  <a:rPr lang="en-US" dirty="0"/>
                  <a:t>All EM radiation is comprised of photons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)</a:t>
                </a:r>
              </a:p>
              <a:p>
                <a:pPr algn="just"/>
                <a:r>
                  <a:rPr lang="en-US" dirty="0"/>
                  <a:t>Because of dumb history photons were “discovered” many times before we unified them thus some names stuck</a:t>
                </a:r>
              </a:p>
              <a:p>
                <a:pPr algn="just"/>
                <a:r>
                  <a:rPr lang="en-US" dirty="0"/>
                  <a:t>This yields the ELECTROMAGNETIC SPECTRUM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53A0D1-E281-AE02-9D78-C7645A8FEF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171609"/>
              </a:xfrm>
              <a:blipFill>
                <a:blip r:embed="rId2"/>
                <a:stretch>
                  <a:fillRect l="-1043" t="-4762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6F892C5-7674-80A5-C34F-28A60E58552D}"/>
              </a:ext>
            </a:extLst>
          </p:cNvPr>
          <p:cNvSpPr txBox="1"/>
          <p:nvPr/>
        </p:nvSpPr>
        <p:spPr>
          <a:xfrm>
            <a:off x="838201" y="4558937"/>
            <a:ext cx="5257800" cy="954107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2800" b="1" dirty="0"/>
              <a:t>If it came from an atom*:</a:t>
            </a:r>
          </a:p>
          <a:p>
            <a:pPr algn="ctr"/>
            <a:r>
              <a:rPr lang="en-US" sz="2800" dirty="0"/>
              <a:t>ITS GAMMA RADIATION*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0961EB-9C9D-EB4A-C240-74C6DD1D0226}"/>
              </a:ext>
            </a:extLst>
          </p:cNvPr>
          <p:cNvSpPr txBox="1"/>
          <p:nvPr/>
        </p:nvSpPr>
        <p:spPr>
          <a:xfrm>
            <a:off x="6096000" y="4558936"/>
            <a:ext cx="5257800" cy="954107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2800" b="1" dirty="0"/>
              <a:t>If it came from anything else*:</a:t>
            </a:r>
          </a:p>
          <a:p>
            <a:pPr algn="ctr"/>
            <a:r>
              <a:rPr lang="en-US" sz="2800" dirty="0"/>
              <a:t>WE DON’T HAVE A WORD*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E58478-ACDF-27A9-2CD9-C3911B60C763}"/>
              </a:ext>
            </a:extLst>
          </p:cNvPr>
          <p:cNvSpPr txBox="1"/>
          <p:nvPr/>
        </p:nvSpPr>
        <p:spPr>
          <a:xfrm>
            <a:off x="838200" y="5645105"/>
            <a:ext cx="105156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dirty="0"/>
              <a:t>But no matter what, it’s on the spectrum!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2E423A-A026-7188-7A92-B3282B08AB3E}"/>
              </a:ext>
            </a:extLst>
          </p:cNvPr>
          <p:cNvSpPr/>
          <p:nvPr/>
        </p:nvSpPr>
        <p:spPr>
          <a:xfrm>
            <a:off x="737660" y="2354838"/>
            <a:ext cx="10716680" cy="841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595790-FDAF-7B5B-B822-75B7288C3A5E}"/>
              </a:ext>
            </a:extLst>
          </p:cNvPr>
          <p:cNvSpPr/>
          <p:nvPr/>
        </p:nvSpPr>
        <p:spPr>
          <a:xfrm>
            <a:off x="838200" y="3056482"/>
            <a:ext cx="10716680" cy="841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50C903-66A7-62EC-A352-75E3FB14CB15}"/>
              </a:ext>
            </a:extLst>
          </p:cNvPr>
          <p:cNvSpPr/>
          <p:nvPr/>
        </p:nvSpPr>
        <p:spPr>
          <a:xfrm>
            <a:off x="375302" y="4615196"/>
            <a:ext cx="5566399" cy="841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E20442-C26D-C421-EF4B-35001B9553C0}"/>
              </a:ext>
            </a:extLst>
          </p:cNvPr>
          <p:cNvSpPr/>
          <p:nvPr/>
        </p:nvSpPr>
        <p:spPr>
          <a:xfrm>
            <a:off x="6196540" y="4650233"/>
            <a:ext cx="5566399" cy="841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524E7C-171F-E0E9-F138-A9FB5EA51855}"/>
              </a:ext>
            </a:extLst>
          </p:cNvPr>
          <p:cNvSpPr/>
          <p:nvPr/>
        </p:nvSpPr>
        <p:spPr>
          <a:xfrm>
            <a:off x="2866268" y="5745249"/>
            <a:ext cx="6484466" cy="841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172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54472-C60C-EDC4-B777-3E332E9AF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Electromagnetic Spectrum</a:t>
            </a:r>
          </a:p>
        </p:txBody>
      </p:sp>
      <p:pic>
        <p:nvPicPr>
          <p:cNvPr id="5" name="Content Placeholder 4" descr="A diagram of a spectrum&#10;&#10;AI-generated content may be incorrect.">
            <a:extLst>
              <a:ext uri="{FF2B5EF4-FFF2-40B4-BE49-F238E27FC236}">
                <a16:creationId xmlns:a16="http://schemas.microsoft.com/office/drawing/2014/main" id="{CC444E8E-C038-BCE0-502A-50C77E3554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740" y="1690688"/>
            <a:ext cx="10098520" cy="4820296"/>
          </a:xfr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DB97E0E3-A5A9-D55E-EB98-E8928263028F}"/>
              </a:ext>
            </a:extLst>
          </p:cNvPr>
          <p:cNvGrpSpPr/>
          <p:nvPr/>
        </p:nvGrpSpPr>
        <p:grpSpPr>
          <a:xfrm>
            <a:off x="2690691" y="2625480"/>
            <a:ext cx="1279440" cy="877320"/>
            <a:chOff x="2690691" y="2625480"/>
            <a:chExt cx="1279440" cy="87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895F885-99CD-D8D2-7E47-FC819D177C70}"/>
                    </a:ext>
                  </a:extLst>
                </p14:cNvPr>
                <p14:cNvContentPartPr/>
                <p14:nvPr/>
              </p14:nvContentPartPr>
              <p14:xfrm>
                <a:off x="2690691" y="3017160"/>
                <a:ext cx="617400" cy="440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895F885-99CD-D8D2-7E47-FC819D177C7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684571" y="3011040"/>
                  <a:ext cx="62964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04DE27D-2663-3C43-A531-4189F4932C8C}"/>
                    </a:ext>
                  </a:extLst>
                </p14:cNvPr>
                <p14:cNvContentPartPr/>
                <p14:nvPr/>
              </p14:nvContentPartPr>
              <p14:xfrm>
                <a:off x="2797971" y="3017160"/>
                <a:ext cx="455040" cy="4856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04DE27D-2663-3C43-A531-4189F4932C8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791851" y="3011040"/>
                  <a:ext cx="467280" cy="4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0EB48F8-059D-6A22-0B25-22D00086C020}"/>
                    </a:ext>
                  </a:extLst>
                </p14:cNvPr>
                <p14:cNvContentPartPr/>
                <p14:nvPr/>
              </p14:nvContentPartPr>
              <p14:xfrm>
                <a:off x="3343731" y="2625480"/>
                <a:ext cx="626400" cy="275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0EB48F8-059D-6A22-0B25-22D00086C02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337611" y="2619360"/>
                  <a:ext cx="63864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7EDB2DA-30C5-01EA-B0A3-93C78D2658B5}"/>
                    </a:ext>
                  </a:extLst>
                </p14:cNvPr>
                <p14:cNvContentPartPr/>
                <p14:nvPr/>
              </p14:nvContentPartPr>
              <p14:xfrm>
                <a:off x="3315291" y="2651400"/>
                <a:ext cx="642600" cy="143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7EDB2DA-30C5-01EA-B0A3-93C78D2658B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309171" y="2645280"/>
                  <a:ext cx="654840" cy="155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54191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9B25E-4A28-30F6-F7EB-131CA9734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Wave-Particle Duality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7E0E4-B8E2-D83C-BAF0-075AA37BA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27918"/>
          </a:xfrm>
        </p:spPr>
        <p:txBody>
          <a:bodyPr/>
          <a:lstStyle/>
          <a:p>
            <a:pPr algn="just"/>
            <a:r>
              <a:rPr lang="en-US" dirty="0"/>
              <a:t>EM Radiation behaves in ways that determine it MUST BE particles, and it MUST BE waves at the same time.</a:t>
            </a:r>
          </a:p>
          <a:p>
            <a:pPr algn="just"/>
            <a:r>
              <a:rPr lang="en-US" dirty="0"/>
              <a:t>?????</a:t>
            </a:r>
          </a:p>
          <a:p>
            <a:pPr algn="just"/>
            <a:r>
              <a:rPr lang="en-US" dirty="0"/>
              <a:t>Its both due to quantum mechanics.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5EFFA-2696-1107-1E60-F061CDA2A27C}"/>
              </a:ext>
            </a:extLst>
          </p:cNvPr>
          <p:cNvSpPr txBox="1">
            <a:spLocks/>
          </p:cNvSpPr>
          <p:nvPr/>
        </p:nvSpPr>
        <p:spPr>
          <a:xfrm>
            <a:off x="838200" y="3853543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Wave-like Behavior:</a:t>
            </a:r>
          </a:p>
          <a:p>
            <a:r>
              <a:rPr lang="en-US" dirty="0"/>
              <a:t>Particles CANNOT diffract</a:t>
            </a:r>
          </a:p>
          <a:p>
            <a:r>
              <a:rPr lang="en-US" dirty="0"/>
              <a:t>We see EM rad. diffract!</a:t>
            </a:r>
          </a:p>
          <a:p>
            <a:pPr marL="0" indent="0">
              <a:buNone/>
            </a:pPr>
            <a:r>
              <a:rPr lang="en-US" dirty="0"/>
              <a:t>Therefore, its wave-like!</a:t>
            </a:r>
          </a:p>
          <a:p>
            <a:pPr lvl="1"/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B3A5D22A-4D1F-60C2-1485-F69473BD5E37}"/>
              </a:ext>
            </a:extLst>
          </p:cNvPr>
          <p:cNvSpPr txBox="1">
            <a:spLocks/>
          </p:cNvSpPr>
          <p:nvPr/>
        </p:nvSpPr>
        <p:spPr>
          <a:xfrm>
            <a:off x="6172202" y="3853543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Particle-like Behavior:</a:t>
            </a:r>
          </a:p>
          <a:p>
            <a:r>
              <a:rPr lang="en-US" dirty="0"/>
              <a:t>Waves CANNOT deposit energy in “batches”</a:t>
            </a:r>
          </a:p>
          <a:p>
            <a:r>
              <a:rPr lang="en-US" dirty="0"/>
              <a:t>EM rad. does so: photoelectric effect</a:t>
            </a:r>
          </a:p>
          <a:p>
            <a:pPr marL="0" indent="0">
              <a:buNone/>
            </a:pPr>
            <a:r>
              <a:rPr lang="en-US" dirty="0"/>
              <a:t>Therefore, its particle-like!</a:t>
            </a:r>
          </a:p>
          <a:p>
            <a:pPr lvl="1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ABD0DD-EFC6-6039-C39A-36159A71F313}"/>
              </a:ext>
            </a:extLst>
          </p:cNvPr>
          <p:cNvSpPr/>
          <p:nvPr/>
        </p:nvSpPr>
        <p:spPr>
          <a:xfrm>
            <a:off x="838198" y="2583664"/>
            <a:ext cx="10515600" cy="6366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07CAAC-C5B7-8AFF-5C8C-229980E54C70}"/>
              </a:ext>
            </a:extLst>
          </p:cNvPr>
          <p:cNvSpPr/>
          <p:nvPr/>
        </p:nvSpPr>
        <p:spPr>
          <a:xfrm>
            <a:off x="838198" y="3215255"/>
            <a:ext cx="10515600" cy="6366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803E34-9576-EC06-8C83-B1D7450B2629}"/>
              </a:ext>
            </a:extLst>
          </p:cNvPr>
          <p:cNvSpPr/>
          <p:nvPr/>
        </p:nvSpPr>
        <p:spPr>
          <a:xfrm>
            <a:off x="838196" y="3637723"/>
            <a:ext cx="4541521" cy="7321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F5D828-036B-6FCF-BBAA-615308C6BDED}"/>
              </a:ext>
            </a:extLst>
          </p:cNvPr>
          <p:cNvSpPr/>
          <p:nvPr/>
        </p:nvSpPr>
        <p:spPr>
          <a:xfrm>
            <a:off x="5888599" y="3622387"/>
            <a:ext cx="4541521" cy="7321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DA015C-EFD4-FBCE-9A00-6F8422CB5F22}"/>
              </a:ext>
            </a:extLst>
          </p:cNvPr>
          <p:cNvSpPr/>
          <p:nvPr/>
        </p:nvSpPr>
        <p:spPr>
          <a:xfrm>
            <a:off x="745430" y="4269314"/>
            <a:ext cx="4541521" cy="5972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C7461B-72B9-66D2-37A8-E1EE3853D52F}"/>
              </a:ext>
            </a:extLst>
          </p:cNvPr>
          <p:cNvSpPr/>
          <p:nvPr/>
        </p:nvSpPr>
        <p:spPr>
          <a:xfrm>
            <a:off x="838196" y="4923798"/>
            <a:ext cx="4541521" cy="9917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8AAFE0-3F3D-FAEF-C160-5D8FB8B8C741}"/>
              </a:ext>
            </a:extLst>
          </p:cNvPr>
          <p:cNvSpPr/>
          <p:nvPr/>
        </p:nvSpPr>
        <p:spPr>
          <a:xfrm>
            <a:off x="6172202" y="4369907"/>
            <a:ext cx="4541521" cy="8725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7AF20F-10A8-94A3-2D5E-FB7AEBD4F14A}"/>
              </a:ext>
            </a:extLst>
          </p:cNvPr>
          <p:cNvSpPr/>
          <p:nvPr/>
        </p:nvSpPr>
        <p:spPr>
          <a:xfrm>
            <a:off x="6172202" y="5180913"/>
            <a:ext cx="5181596" cy="8725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21D493-E296-3CDB-1A88-664D6751B903}"/>
              </a:ext>
            </a:extLst>
          </p:cNvPr>
          <p:cNvSpPr/>
          <p:nvPr/>
        </p:nvSpPr>
        <p:spPr>
          <a:xfrm>
            <a:off x="6112570" y="6053418"/>
            <a:ext cx="5181596" cy="7346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334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EA566-A471-4376-8A59-BA9CBB267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Wave-Particle Duality</a:t>
            </a:r>
          </a:p>
        </p:txBody>
      </p:sp>
      <p:pic>
        <p:nvPicPr>
          <p:cNvPr id="7" name="Content Placeholder 6" descr="A triangle with rainbows and a line&#10;&#10;AI-generated content may be incorrect.">
            <a:extLst>
              <a:ext uri="{FF2B5EF4-FFF2-40B4-BE49-F238E27FC236}">
                <a16:creationId xmlns:a16="http://schemas.microsoft.com/office/drawing/2014/main" id="{E5E11612-79BA-CD05-A3A6-66C8AC8D048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1" t="-11108" r="-901" b="11108"/>
          <a:stretch>
            <a:fillRect/>
          </a:stretch>
        </p:blipFill>
        <p:spPr>
          <a:xfrm>
            <a:off x="1253331" y="1825625"/>
            <a:ext cx="4351338" cy="4351338"/>
          </a:xfrm>
        </p:spPr>
      </p:pic>
      <p:pic>
        <p:nvPicPr>
          <p:cNvPr id="6" name="Content Placeholder 5" descr="A diagram of a lamp&#10;&#10;AI-generated content may be incorrect.">
            <a:extLst>
              <a:ext uri="{FF2B5EF4-FFF2-40B4-BE49-F238E27FC236}">
                <a16:creationId xmlns:a16="http://schemas.microsoft.com/office/drawing/2014/main" id="{445CAC92-672F-50C7-36C1-99755602E26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312366"/>
            <a:ext cx="5181600" cy="3612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27C117-EBC9-0A32-D261-011C9BE52B55}"/>
              </a:ext>
            </a:extLst>
          </p:cNvPr>
          <p:cNvSpPr txBox="1"/>
          <p:nvPr/>
        </p:nvSpPr>
        <p:spPr>
          <a:xfrm>
            <a:off x="1253331" y="1567543"/>
            <a:ext cx="435133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dirty="0"/>
              <a:t>Wave-Like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F17BCE-3ED5-0F0C-9CC8-08784EF5A075}"/>
              </a:ext>
            </a:extLst>
          </p:cNvPr>
          <p:cNvSpPr txBox="1"/>
          <p:nvPr/>
        </p:nvSpPr>
        <p:spPr>
          <a:xfrm>
            <a:off x="6303565" y="1567543"/>
            <a:ext cx="435133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dirty="0"/>
              <a:t>Particle-Like</a:t>
            </a:r>
          </a:p>
        </p:txBody>
      </p:sp>
    </p:spTree>
    <p:extLst>
      <p:ext uri="{BB962C8B-B14F-4D97-AF65-F5344CB8AC3E}">
        <p14:creationId xmlns:p14="http://schemas.microsoft.com/office/powerpoint/2010/main" val="1974735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20F62-8025-3234-A0B0-00CC78900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Photon Physics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9EC1CD-3155-69E0-23FE-C6448795B7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052352"/>
              </a:xfrm>
            </p:spPr>
            <p:txBody>
              <a:bodyPr/>
              <a:lstStyle/>
              <a:p>
                <a:pPr algn="just"/>
                <a:r>
                  <a:rPr lang="en-US" dirty="0"/>
                  <a:t>Photons are the representation of the particle-like behavior</a:t>
                </a:r>
              </a:p>
              <a:p>
                <a:pPr algn="just"/>
                <a:r>
                  <a:rPr lang="en-US" dirty="0"/>
                  <a:t>Photons travel at the speed of </a:t>
                </a:r>
                <a:r>
                  <a:rPr lang="en-US" i="1" dirty="0"/>
                  <a:t>massless things</a:t>
                </a:r>
                <a:r>
                  <a:rPr lang="en-US" dirty="0"/>
                  <a:t>*</a:t>
                </a:r>
              </a:p>
              <a:p>
                <a:pPr algn="just"/>
                <a:r>
                  <a:rPr lang="en-US" dirty="0"/>
                  <a:t>Photon energy is directly related to its wave-like behavior frequency</a:t>
                </a:r>
              </a:p>
              <a:p>
                <a:pPr algn="just"/>
                <a:r>
                  <a:rPr lang="en-US" dirty="0">
                    <a:ea typeface="Cambria Math" panose="02040503050406030204" pitchFamily="18" charset="0"/>
                  </a:rPr>
                  <a:t>EM frequency is inversely related to its wavelength</a:t>
                </a:r>
              </a:p>
              <a:p>
                <a:pPr algn="just"/>
                <a:r>
                  <a:rPr lang="en-US" dirty="0"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=6.63×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−34</m:t>
                        </m:r>
                      </m:sup>
                    </m:sSup>
                  </m:oMath>
                </a14:m>
                <a:r>
                  <a:rPr lang="en-US" dirty="0"/>
                  <a:t> [</a:t>
                </a:r>
                <a:r>
                  <a:rPr lang="en-US" dirty="0" err="1"/>
                  <a:t>Js</a:t>
                </a:r>
                <a:r>
                  <a:rPr lang="en-US" dirty="0"/>
                  <a:t>] is Planck’s constant)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9EC1CD-3155-69E0-23FE-C6448795B7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052352"/>
              </a:xfrm>
              <a:blipFill>
                <a:blip r:embed="rId3"/>
                <a:stretch>
                  <a:fillRect l="-1043" t="-3393" r="-1159" b="-7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8FC8B1A-F1F6-84A6-E35A-52C80B2293D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9" y="4877978"/>
                <a:ext cx="2597331" cy="1261564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8FC8B1A-F1F6-84A6-E35A-52C80B229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4877978"/>
                <a:ext cx="2597331" cy="12615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B7CD75CF-A3C7-BDA4-B5EC-71E85779DF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756468" y="4885045"/>
                <a:ext cx="2597331" cy="1261564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kev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1.24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nm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B7CD75CF-A3C7-BDA4-B5EC-71E85779DF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6468" y="4885045"/>
                <a:ext cx="2597331" cy="12615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E0347665-DFEC-9E83-7AAB-A44555F3AA0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18363" y="4877977"/>
                <a:ext cx="3555273" cy="1261564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E0347665-DFEC-9E83-7AAB-A44555F3A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8363" y="4877977"/>
                <a:ext cx="3555273" cy="12615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36C6232B-1A61-DD48-8DCA-4C68135A4A4C}"/>
              </a:ext>
            </a:extLst>
          </p:cNvPr>
          <p:cNvSpPr/>
          <p:nvPr/>
        </p:nvSpPr>
        <p:spPr>
          <a:xfrm>
            <a:off x="914403" y="2182323"/>
            <a:ext cx="7577590" cy="7346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F61E32-1DBE-FF52-A535-61B6E4D40753}"/>
              </a:ext>
            </a:extLst>
          </p:cNvPr>
          <p:cNvSpPr/>
          <p:nvPr/>
        </p:nvSpPr>
        <p:spPr>
          <a:xfrm>
            <a:off x="903801" y="2906357"/>
            <a:ext cx="10625590" cy="7346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9578AA-45FB-D5CD-D33D-F0E3631E3F01}"/>
              </a:ext>
            </a:extLst>
          </p:cNvPr>
          <p:cNvSpPr/>
          <p:nvPr/>
        </p:nvSpPr>
        <p:spPr>
          <a:xfrm>
            <a:off x="783204" y="3648098"/>
            <a:ext cx="10625590" cy="5334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BF12EE-0D54-C8E0-B7E6-CDD93421A7A3}"/>
              </a:ext>
            </a:extLst>
          </p:cNvPr>
          <p:cNvSpPr/>
          <p:nvPr/>
        </p:nvSpPr>
        <p:spPr>
          <a:xfrm>
            <a:off x="783204" y="4206004"/>
            <a:ext cx="10625590" cy="5334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19224A-9F91-4A58-4370-6C6DF3D120D3}"/>
              </a:ext>
            </a:extLst>
          </p:cNvPr>
          <p:cNvSpPr/>
          <p:nvPr/>
        </p:nvSpPr>
        <p:spPr>
          <a:xfrm>
            <a:off x="553941" y="4739469"/>
            <a:ext cx="10911839" cy="17534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679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2025D-4687-611C-65F2-CEE2CAE49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Photon Energy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B9A8AF-49FC-9549-CDEB-7FC23BCE0C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84663"/>
                <a:ext cx="10515600" cy="5108212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 algn="just">
                  <a:buNone/>
                </a:pPr>
                <a:r>
                  <a:rPr lang="en-US" dirty="0"/>
                  <a:t>An x-ray with a wavelength of 4.20E-9 m is ATTENUATED by a detector. How much energy would be deposited? What is the frequency of that radiation?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1.24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4.2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=0.295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keV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OR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6.63×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−34</m:t>
                                  </m:r>
                                </m:sup>
                              </m:sSup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3×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8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4.20×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−9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eV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1.6×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−19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=296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eV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How much energy would be deposited by 1 MILLION of these x-rays?</a:t>
                </a:r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296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=2.96×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sup>
                      </m:sSup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eV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or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296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MeV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B9A8AF-49FC-9549-CDEB-7FC23BCE0C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84663"/>
                <a:ext cx="10515600" cy="5108212"/>
              </a:xfrm>
              <a:blipFill>
                <a:blip r:embed="rId2"/>
                <a:stretch>
                  <a:fillRect l="-1043" t="-2387" r="-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A100781-9606-6076-502C-F2CAB0A54747}"/>
              </a:ext>
            </a:extLst>
          </p:cNvPr>
          <p:cNvSpPr/>
          <p:nvPr/>
        </p:nvSpPr>
        <p:spPr>
          <a:xfrm>
            <a:off x="838200" y="2710226"/>
            <a:ext cx="10625590" cy="9076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C22290-8457-8023-A784-2596EDAC67C5}"/>
              </a:ext>
            </a:extLst>
          </p:cNvPr>
          <p:cNvSpPr/>
          <p:nvPr/>
        </p:nvSpPr>
        <p:spPr>
          <a:xfrm>
            <a:off x="783205" y="3783270"/>
            <a:ext cx="10625590" cy="10829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4ED7A5-9981-940B-D4CD-F53FFA97B6A5}"/>
              </a:ext>
            </a:extLst>
          </p:cNvPr>
          <p:cNvSpPr/>
          <p:nvPr/>
        </p:nvSpPr>
        <p:spPr>
          <a:xfrm>
            <a:off x="728210" y="5045977"/>
            <a:ext cx="10625590" cy="5334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FD797A-35DB-819B-F1AF-24E6988A3481}"/>
              </a:ext>
            </a:extLst>
          </p:cNvPr>
          <p:cNvSpPr/>
          <p:nvPr/>
        </p:nvSpPr>
        <p:spPr>
          <a:xfrm>
            <a:off x="838200" y="5885736"/>
            <a:ext cx="10625590" cy="5334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175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51cdec9-811d-471d-bbe6-dd3d8d54c28b}" enabled="0" method="" siteId="{e51cdec9-811d-471d-bbe6-dd3d8d54c28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741</Words>
  <Application>Microsoft Office PowerPoint</Application>
  <PresentationFormat>Widescreen</PresentationFormat>
  <Paragraphs>116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Cambria Math</vt:lpstr>
      <vt:lpstr>Wingdings</vt:lpstr>
      <vt:lpstr>Office Theme</vt:lpstr>
      <vt:lpstr>Review of Radiation Physics</vt:lpstr>
      <vt:lpstr>Review of Electricity and Magnetism</vt:lpstr>
      <vt:lpstr>Electricity and Magnetism</vt:lpstr>
      <vt:lpstr>Moving Electrons</vt:lpstr>
      <vt:lpstr>Electron Energy and Speed Practice</vt:lpstr>
      <vt:lpstr>Atomic Mass Units</vt:lpstr>
      <vt:lpstr>Radiation Physics</vt:lpstr>
      <vt:lpstr>What is Radiation?</vt:lpstr>
      <vt:lpstr>Types of Radiation</vt:lpstr>
      <vt:lpstr>What is a Photon?</vt:lpstr>
      <vt:lpstr>Electromagnetic Spectrum</vt:lpstr>
      <vt:lpstr>Wave-Particle Duality</vt:lpstr>
      <vt:lpstr>Wave-Particle Duality</vt:lpstr>
      <vt:lpstr>Photon Physics</vt:lpstr>
      <vt:lpstr>Photon Energy Practice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Kedree Proffitt</dc:creator>
  <cp:lastModifiedBy>Kedree Proffitt</cp:lastModifiedBy>
  <cp:revision>2</cp:revision>
  <dcterms:created xsi:type="dcterms:W3CDTF">2025-08-15T00:32:43Z</dcterms:created>
  <dcterms:modified xsi:type="dcterms:W3CDTF">2025-08-21T20:48:32Z</dcterms:modified>
</cp:coreProperties>
</file>