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4" r:id="rId2"/>
  </p:sldMasterIdLst>
  <p:sldIdLst>
    <p:sldId id="256" r:id="rId3"/>
    <p:sldId id="288" r:id="rId4"/>
    <p:sldId id="269" r:id="rId5"/>
    <p:sldId id="270" r:id="rId6"/>
    <p:sldId id="268" r:id="rId7"/>
    <p:sldId id="271" r:id="rId8"/>
    <p:sldId id="285" r:id="rId9"/>
    <p:sldId id="272" r:id="rId10"/>
    <p:sldId id="287" r:id="rId11"/>
    <p:sldId id="286" r:id="rId12"/>
    <p:sldId id="273" r:id="rId13"/>
    <p:sldId id="274" r:id="rId14"/>
    <p:sldId id="275" r:id="rId15"/>
    <p:sldId id="276" r:id="rId16"/>
    <p:sldId id="293" r:id="rId17"/>
    <p:sldId id="278" r:id="rId18"/>
    <p:sldId id="289" r:id="rId19"/>
    <p:sldId id="279" r:id="rId20"/>
    <p:sldId id="292" r:id="rId21"/>
    <p:sldId id="280" r:id="rId22"/>
    <p:sldId id="281" r:id="rId23"/>
    <p:sldId id="282" r:id="rId24"/>
    <p:sldId id="290" r:id="rId25"/>
    <p:sldId id="283" r:id="rId26"/>
    <p:sldId id="284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249E7-F551-4FBB-A740-E4DFFD820849}" v="97" dt="2025-10-20T01:31:2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927A63-192B-4204-B75E-F6698D79928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C984B5-AC6B-46C3-A2CC-9B12AFFFD027}">
      <dgm:prSet/>
      <dgm:spPr/>
      <dgm:t>
        <a:bodyPr/>
        <a:lstStyle/>
        <a:p>
          <a:r>
            <a:rPr lang="en-US" b="1"/>
            <a:t>Detection Method:</a:t>
          </a:r>
          <a:endParaRPr lang="en-US"/>
        </a:p>
      </dgm:t>
    </dgm:pt>
    <dgm:pt modelId="{3B03DDA5-8A9A-4F56-900F-F9DE59719B64}" type="parTrans" cxnId="{DCB6B906-C36C-4BFC-9F6B-F77412A01FAF}">
      <dgm:prSet/>
      <dgm:spPr/>
      <dgm:t>
        <a:bodyPr/>
        <a:lstStyle/>
        <a:p>
          <a:endParaRPr lang="en-US"/>
        </a:p>
      </dgm:t>
    </dgm:pt>
    <dgm:pt modelId="{F4956642-5165-4D72-91BF-9E5AE8EB3A4C}" type="sibTrans" cxnId="{DCB6B906-C36C-4BFC-9F6B-F77412A01FAF}">
      <dgm:prSet/>
      <dgm:spPr/>
      <dgm:t>
        <a:bodyPr/>
        <a:lstStyle/>
        <a:p>
          <a:endParaRPr lang="en-US"/>
        </a:p>
      </dgm:t>
    </dgm:pt>
    <dgm:pt modelId="{194CC661-E24A-47E0-9017-2EE648374EBF}">
      <dgm:prSet/>
      <dgm:spPr/>
      <dgm:t>
        <a:bodyPr/>
        <a:lstStyle/>
        <a:p>
          <a:r>
            <a:rPr lang="en-US" dirty="0"/>
            <a:t>Ionization of material between electrodes (</a:t>
          </a:r>
          <a:r>
            <a:rPr lang="en-US" b="1" dirty="0"/>
            <a:t>gaseous</a:t>
          </a:r>
          <a:r>
            <a:rPr lang="en-US" dirty="0"/>
            <a:t>)</a:t>
          </a:r>
        </a:p>
      </dgm:t>
    </dgm:pt>
    <dgm:pt modelId="{409A1FAD-07EB-45BA-AD5F-3ED3F9319DB6}" type="parTrans" cxnId="{D18B93C1-DDBB-433E-9C42-5E97E08AA5B7}">
      <dgm:prSet/>
      <dgm:spPr/>
      <dgm:t>
        <a:bodyPr/>
        <a:lstStyle/>
        <a:p>
          <a:endParaRPr lang="en-US"/>
        </a:p>
      </dgm:t>
    </dgm:pt>
    <dgm:pt modelId="{CB154B66-5C98-490A-B9D0-1090259A34EF}" type="sibTrans" cxnId="{D18B93C1-DDBB-433E-9C42-5E97E08AA5B7}">
      <dgm:prSet/>
      <dgm:spPr/>
      <dgm:t>
        <a:bodyPr/>
        <a:lstStyle/>
        <a:p>
          <a:endParaRPr lang="en-US"/>
        </a:p>
      </dgm:t>
    </dgm:pt>
    <dgm:pt modelId="{8014DAA2-F195-41E2-8147-B4055CDFA220}">
      <dgm:prSet/>
      <dgm:spPr/>
      <dgm:t>
        <a:bodyPr/>
        <a:lstStyle/>
        <a:p>
          <a:r>
            <a:rPr lang="en-US"/>
            <a:t>Production of light via UV excitation or visible light (</a:t>
          </a:r>
          <a:r>
            <a:rPr lang="en-US" b="1"/>
            <a:t>scintillators</a:t>
          </a:r>
          <a:r>
            <a:rPr lang="en-US"/>
            <a:t>)</a:t>
          </a:r>
        </a:p>
      </dgm:t>
    </dgm:pt>
    <dgm:pt modelId="{D657CE9A-8234-4BDC-9C82-7B208C22CE53}" type="parTrans" cxnId="{2E9C0688-CE84-4E0E-AA9D-997C1C584DB9}">
      <dgm:prSet/>
      <dgm:spPr/>
      <dgm:t>
        <a:bodyPr/>
        <a:lstStyle/>
        <a:p>
          <a:endParaRPr lang="en-US"/>
        </a:p>
      </dgm:t>
    </dgm:pt>
    <dgm:pt modelId="{42D74D5F-A090-481C-BBE2-66E3C7E76639}" type="sibTrans" cxnId="{2E9C0688-CE84-4E0E-AA9D-997C1C584DB9}">
      <dgm:prSet/>
      <dgm:spPr/>
      <dgm:t>
        <a:bodyPr/>
        <a:lstStyle/>
        <a:p>
          <a:endParaRPr lang="en-US"/>
        </a:p>
      </dgm:t>
    </dgm:pt>
    <dgm:pt modelId="{43EBBF73-D3DF-4488-AD69-16D624DB6C1C}">
      <dgm:prSet/>
      <dgm:spPr/>
      <dgm:t>
        <a:bodyPr/>
        <a:lstStyle/>
        <a:p>
          <a:r>
            <a:rPr lang="en-US"/>
            <a:t>Film Exposure (</a:t>
          </a:r>
          <a:r>
            <a:rPr lang="en-US" b="1"/>
            <a:t>film</a:t>
          </a:r>
          <a:r>
            <a:rPr lang="en-US"/>
            <a:t>)</a:t>
          </a:r>
        </a:p>
      </dgm:t>
    </dgm:pt>
    <dgm:pt modelId="{E9000FC9-0ADF-49E3-8DC3-CABB5FF625AB}" type="parTrans" cxnId="{ABCE1425-986D-4FAE-BF17-78B3E9004F5D}">
      <dgm:prSet/>
      <dgm:spPr/>
      <dgm:t>
        <a:bodyPr/>
        <a:lstStyle/>
        <a:p>
          <a:endParaRPr lang="en-US"/>
        </a:p>
      </dgm:t>
    </dgm:pt>
    <dgm:pt modelId="{4369613B-AD08-4890-9BD1-20B16489EB66}" type="sibTrans" cxnId="{ABCE1425-986D-4FAE-BF17-78B3E9004F5D}">
      <dgm:prSet/>
      <dgm:spPr/>
      <dgm:t>
        <a:bodyPr/>
        <a:lstStyle/>
        <a:p>
          <a:endParaRPr lang="en-US"/>
        </a:p>
      </dgm:t>
    </dgm:pt>
    <dgm:pt modelId="{B2E71CD1-19CF-4B8D-AF44-1B3CF5C452B2}">
      <dgm:prSet/>
      <dgm:spPr/>
      <dgm:t>
        <a:bodyPr/>
        <a:lstStyle/>
        <a:p>
          <a:r>
            <a:rPr lang="en-US"/>
            <a:t>Diode Activation (</a:t>
          </a:r>
          <a:r>
            <a:rPr lang="en-US" b="1"/>
            <a:t>semiconductor</a:t>
          </a:r>
          <a:r>
            <a:rPr lang="en-US"/>
            <a:t>)</a:t>
          </a:r>
        </a:p>
      </dgm:t>
    </dgm:pt>
    <dgm:pt modelId="{C24CCA11-57AA-40DD-9B94-253FD61B74EA}" type="parTrans" cxnId="{158DD2FD-2CE9-40E0-9E27-A1427B5FF546}">
      <dgm:prSet/>
      <dgm:spPr/>
      <dgm:t>
        <a:bodyPr/>
        <a:lstStyle/>
        <a:p>
          <a:endParaRPr lang="en-US"/>
        </a:p>
      </dgm:t>
    </dgm:pt>
    <dgm:pt modelId="{3B2C0820-6B72-4EF5-B8B0-82268B77DDA6}" type="sibTrans" cxnId="{158DD2FD-2CE9-40E0-9E27-A1427B5FF546}">
      <dgm:prSet/>
      <dgm:spPr/>
      <dgm:t>
        <a:bodyPr/>
        <a:lstStyle/>
        <a:p>
          <a:endParaRPr lang="en-US"/>
        </a:p>
      </dgm:t>
    </dgm:pt>
    <dgm:pt modelId="{C3B8AE66-78FA-4514-B0A8-4D1CC913184B}">
      <dgm:prSet/>
      <dgm:spPr/>
      <dgm:t>
        <a:bodyPr/>
        <a:lstStyle/>
        <a:p>
          <a:r>
            <a:rPr lang="en-US" b="1"/>
            <a:t>Information Produced:</a:t>
          </a:r>
          <a:endParaRPr lang="en-US"/>
        </a:p>
      </dgm:t>
    </dgm:pt>
    <dgm:pt modelId="{E1C62AB5-99CC-406C-9772-3F50A26EA460}" type="parTrans" cxnId="{8967F560-51AB-4E81-AF35-9C27EBCC4320}">
      <dgm:prSet/>
      <dgm:spPr/>
      <dgm:t>
        <a:bodyPr/>
        <a:lstStyle/>
        <a:p>
          <a:endParaRPr lang="en-US"/>
        </a:p>
      </dgm:t>
    </dgm:pt>
    <dgm:pt modelId="{8B4B3F13-A7A2-40BC-A267-2170607680FB}" type="sibTrans" cxnId="{8967F560-51AB-4E81-AF35-9C27EBCC4320}">
      <dgm:prSet/>
      <dgm:spPr/>
      <dgm:t>
        <a:bodyPr/>
        <a:lstStyle/>
        <a:p>
          <a:endParaRPr lang="en-US"/>
        </a:p>
      </dgm:t>
    </dgm:pt>
    <dgm:pt modelId="{25EEE8F9-67F5-404B-A685-280E4669670B}">
      <dgm:prSet/>
      <dgm:spPr/>
      <dgm:t>
        <a:bodyPr/>
        <a:lstStyle/>
        <a:p>
          <a:r>
            <a:rPr lang="en-US" b="1"/>
            <a:t>Counters</a:t>
          </a:r>
          <a:endParaRPr lang="en-US"/>
        </a:p>
      </dgm:t>
    </dgm:pt>
    <dgm:pt modelId="{E7906F20-D6EF-480E-A56F-6010CBFE527E}" type="parTrans" cxnId="{20F35E3F-2C10-4E03-ADB6-A1BFE65799B3}">
      <dgm:prSet/>
      <dgm:spPr/>
      <dgm:t>
        <a:bodyPr/>
        <a:lstStyle/>
        <a:p>
          <a:endParaRPr lang="en-US"/>
        </a:p>
      </dgm:t>
    </dgm:pt>
    <dgm:pt modelId="{79CF4622-E7B9-465A-B8A6-1569BF657CED}" type="sibTrans" cxnId="{20F35E3F-2C10-4E03-ADB6-A1BFE65799B3}">
      <dgm:prSet/>
      <dgm:spPr/>
      <dgm:t>
        <a:bodyPr/>
        <a:lstStyle/>
        <a:p>
          <a:endParaRPr lang="en-US"/>
        </a:p>
      </dgm:t>
    </dgm:pt>
    <dgm:pt modelId="{B278F6AF-ADA2-46A9-8660-75CC0BF2BF27}">
      <dgm:prSet/>
      <dgm:spPr/>
      <dgm:t>
        <a:bodyPr/>
        <a:lstStyle/>
        <a:p>
          <a:r>
            <a:rPr lang="en-US"/>
            <a:t>GM</a:t>
          </a:r>
        </a:p>
      </dgm:t>
    </dgm:pt>
    <dgm:pt modelId="{9A76FCCF-B1A0-48DE-9CA2-D5A9B7F92643}" type="parTrans" cxnId="{22F53049-1094-4E85-B121-85389E03DE32}">
      <dgm:prSet/>
      <dgm:spPr/>
      <dgm:t>
        <a:bodyPr/>
        <a:lstStyle/>
        <a:p>
          <a:endParaRPr lang="en-US"/>
        </a:p>
      </dgm:t>
    </dgm:pt>
    <dgm:pt modelId="{6F6EFF7B-58FD-4110-BAFD-46C50A48D957}" type="sibTrans" cxnId="{22F53049-1094-4E85-B121-85389E03DE32}">
      <dgm:prSet/>
      <dgm:spPr/>
      <dgm:t>
        <a:bodyPr/>
        <a:lstStyle/>
        <a:p>
          <a:endParaRPr lang="en-US"/>
        </a:p>
      </dgm:t>
    </dgm:pt>
    <dgm:pt modelId="{D845D2AB-5D0F-4E62-927A-3C9EB1DA9064}">
      <dgm:prSet/>
      <dgm:spPr/>
      <dgm:t>
        <a:bodyPr/>
        <a:lstStyle/>
        <a:p>
          <a:r>
            <a:rPr lang="en-US" b="1"/>
            <a:t>Spectrometers</a:t>
          </a:r>
          <a:endParaRPr lang="en-US"/>
        </a:p>
      </dgm:t>
    </dgm:pt>
    <dgm:pt modelId="{D608EF23-7F01-4601-A9AE-4BF46B039240}" type="parTrans" cxnId="{0AEF5046-E7D9-4070-88ED-C0A726DD4692}">
      <dgm:prSet/>
      <dgm:spPr/>
      <dgm:t>
        <a:bodyPr/>
        <a:lstStyle/>
        <a:p>
          <a:endParaRPr lang="en-US"/>
        </a:p>
      </dgm:t>
    </dgm:pt>
    <dgm:pt modelId="{B2C0613C-C5EC-4A57-94D3-3AEED0438693}" type="sibTrans" cxnId="{0AEF5046-E7D9-4070-88ED-C0A726DD4692}">
      <dgm:prSet/>
      <dgm:spPr/>
      <dgm:t>
        <a:bodyPr/>
        <a:lstStyle/>
        <a:p>
          <a:endParaRPr lang="en-US"/>
        </a:p>
      </dgm:t>
    </dgm:pt>
    <dgm:pt modelId="{BC412D7B-0F31-4156-8415-5FD2D07F2933}">
      <dgm:prSet/>
      <dgm:spPr/>
      <dgm:t>
        <a:bodyPr/>
        <a:lstStyle/>
        <a:p>
          <a:r>
            <a:rPr lang="en-US"/>
            <a:t>Scintillators</a:t>
          </a:r>
        </a:p>
      </dgm:t>
    </dgm:pt>
    <dgm:pt modelId="{2F436DD6-D15F-4748-9C5B-D747F776AE59}" type="parTrans" cxnId="{D9C71F6D-D7D9-4764-97B7-1B55B450FFDE}">
      <dgm:prSet/>
      <dgm:spPr/>
      <dgm:t>
        <a:bodyPr/>
        <a:lstStyle/>
        <a:p>
          <a:endParaRPr lang="en-US"/>
        </a:p>
      </dgm:t>
    </dgm:pt>
    <dgm:pt modelId="{5DA2BA9C-F7EB-4D9E-8AAE-CF3D2162D4F0}" type="sibTrans" cxnId="{D9C71F6D-D7D9-4764-97B7-1B55B450FFDE}">
      <dgm:prSet/>
      <dgm:spPr/>
      <dgm:t>
        <a:bodyPr/>
        <a:lstStyle/>
        <a:p>
          <a:endParaRPr lang="en-US"/>
        </a:p>
      </dgm:t>
    </dgm:pt>
    <dgm:pt modelId="{D9AA69CA-0E2B-4C9B-B5E1-509330089E6D}">
      <dgm:prSet/>
      <dgm:spPr/>
      <dgm:t>
        <a:bodyPr/>
        <a:lstStyle/>
        <a:p>
          <a:r>
            <a:rPr lang="en-US" b="1"/>
            <a:t>Dosimeters</a:t>
          </a:r>
          <a:endParaRPr lang="en-US"/>
        </a:p>
      </dgm:t>
    </dgm:pt>
    <dgm:pt modelId="{44A62D18-1690-44C2-9580-F2DAA5FEFD73}" type="parTrans" cxnId="{FA615EC3-91D8-4A45-8573-C94CE01442A0}">
      <dgm:prSet/>
      <dgm:spPr/>
      <dgm:t>
        <a:bodyPr/>
        <a:lstStyle/>
        <a:p>
          <a:endParaRPr lang="en-US"/>
        </a:p>
      </dgm:t>
    </dgm:pt>
    <dgm:pt modelId="{2CEA9E06-BAC6-4421-8314-2D74265AFFA8}" type="sibTrans" cxnId="{FA615EC3-91D8-4A45-8573-C94CE01442A0}">
      <dgm:prSet/>
      <dgm:spPr/>
      <dgm:t>
        <a:bodyPr/>
        <a:lstStyle/>
        <a:p>
          <a:endParaRPr lang="en-US"/>
        </a:p>
      </dgm:t>
    </dgm:pt>
    <dgm:pt modelId="{7CCBF40F-C223-49D5-A7CD-625E81CFCCB1}">
      <dgm:prSet/>
      <dgm:spPr/>
      <dgm:t>
        <a:bodyPr/>
        <a:lstStyle/>
        <a:p>
          <a:r>
            <a:rPr lang="en-US"/>
            <a:t>Ionization Chambers</a:t>
          </a:r>
        </a:p>
      </dgm:t>
    </dgm:pt>
    <dgm:pt modelId="{267B3959-37D6-4080-8A51-0762BA804A24}" type="parTrans" cxnId="{E239E059-89B9-455C-AFD5-E4412FAE1633}">
      <dgm:prSet/>
      <dgm:spPr/>
      <dgm:t>
        <a:bodyPr/>
        <a:lstStyle/>
        <a:p>
          <a:endParaRPr lang="en-US"/>
        </a:p>
      </dgm:t>
    </dgm:pt>
    <dgm:pt modelId="{AF4DD6CF-9C6F-4296-80C8-5819899E7D71}" type="sibTrans" cxnId="{E239E059-89B9-455C-AFD5-E4412FAE1633}">
      <dgm:prSet/>
      <dgm:spPr/>
      <dgm:t>
        <a:bodyPr/>
        <a:lstStyle/>
        <a:p>
          <a:endParaRPr lang="en-US"/>
        </a:p>
      </dgm:t>
    </dgm:pt>
    <dgm:pt modelId="{71CC4FAF-BA30-4C40-ACE0-2CD2A1315633}" type="pres">
      <dgm:prSet presAssocID="{8D927A63-192B-4204-B75E-F6698D79928A}" presName="linear" presStyleCnt="0">
        <dgm:presLayoutVars>
          <dgm:animLvl val="lvl"/>
          <dgm:resizeHandles val="exact"/>
        </dgm:presLayoutVars>
      </dgm:prSet>
      <dgm:spPr/>
    </dgm:pt>
    <dgm:pt modelId="{E13C58B0-DBE3-40CF-9124-16C004E17A0B}" type="pres">
      <dgm:prSet presAssocID="{11C984B5-AC6B-46C3-A2CC-9B12AFFFD0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0C9390-B781-4748-902C-79A2A6AEC41B}" type="pres">
      <dgm:prSet presAssocID="{11C984B5-AC6B-46C3-A2CC-9B12AFFFD027}" presName="childText" presStyleLbl="revTx" presStyleIdx="0" presStyleCnt="2">
        <dgm:presLayoutVars>
          <dgm:bulletEnabled val="1"/>
        </dgm:presLayoutVars>
      </dgm:prSet>
      <dgm:spPr/>
    </dgm:pt>
    <dgm:pt modelId="{C23AC9AA-1728-47E1-A793-6E808E462E15}" type="pres">
      <dgm:prSet presAssocID="{C3B8AE66-78FA-4514-B0A8-4D1CC913184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8AC1760-A075-4E11-BBCA-392ADDD5DEC5}" type="pres">
      <dgm:prSet presAssocID="{C3B8AE66-78FA-4514-B0A8-4D1CC913184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CB6B906-C36C-4BFC-9F6B-F77412A01FAF}" srcId="{8D927A63-192B-4204-B75E-F6698D79928A}" destId="{11C984B5-AC6B-46C3-A2CC-9B12AFFFD027}" srcOrd="0" destOrd="0" parTransId="{3B03DDA5-8A9A-4F56-900F-F9DE59719B64}" sibTransId="{F4956642-5165-4D72-91BF-9E5AE8EB3A4C}"/>
    <dgm:cxn modelId="{E6EAE623-47A2-4D45-8D4B-0A979D71DD57}" type="presOf" srcId="{B2E71CD1-19CF-4B8D-AF44-1B3CF5C452B2}" destId="{950C9390-B781-4748-902C-79A2A6AEC41B}" srcOrd="0" destOrd="3" presId="urn:microsoft.com/office/officeart/2005/8/layout/vList2"/>
    <dgm:cxn modelId="{ABCE1425-986D-4FAE-BF17-78B3E9004F5D}" srcId="{11C984B5-AC6B-46C3-A2CC-9B12AFFFD027}" destId="{43EBBF73-D3DF-4488-AD69-16D624DB6C1C}" srcOrd="2" destOrd="0" parTransId="{E9000FC9-0ADF-49E3-8DC3-CABB5FF625AB}" sibTransId="{4369613B-AD08-4890-9BD1-20B16489EB66}"/>
    <dgm:cxn modelId="{149D5D2E-5E6F-487A-A263-F6BAE8FE6AC1}" type="presOf" srcId="{8014DAA2-F195-41E2-8147-B4055CDFA220}" destId="{950C9390-B781-4748-902C-79A2A6AEC41B}" srcOrd="0" destOrd="1" presId="urn:microsoft.com/office/officeart/2005/8/layout/vList2"/>
    <dgm:cxn modelId="{20F35E3F-2C10-4E03-ADB6-A1BFE65799B3}" srcId="{C3B8AE66-78FA-4514-B0A8-4D1CC913184B}" destId="{25EEE8F9-67F5-404B-A685-280E4669670B}" srcOrd="0" destOrd="0" parTransId="{E7906F20-D6EF-480E-A56F-6010CBFE527E}" sibTransId="{79CF4622-E7B9-465A-B8A6-1569BF657CED}"/>
    <dgm:cxn modelId="{8967F560-51AB-4E81-AF35-9C27EBCC4320}" srcId="{8D927A63-192B-4204-B75E-F6698D79928A}" destId="{C3B8AE66-78FA-4514-B0A8-4D1CC913184B}" srcOrd="1" destOrd="0" parTransId="{E1C62AB5-99CC-406C-9772-3F50A26EA460}" sibTransId="{8B4B3F13-A7A2-40BC-A267-2170607680FB}"/>
    <dgm:cxn modelId="{A6A39544-AF7C-44BE-A72B-53A75AA101E9}" type="presOf" srcId="{B278F6AF-ADA2-46A9-8660-75CC0BF2BF27}" destId="{38AC1760-A075-4E11-BBCA-392ADDD5DEC5}" srcOrd="0" destOrd="1" presId="urn:microsoft.com/office/officeart/2005/8/layout/vList2"/>
    <dgm:cxn modelId="{0AEF5046-E7D9-4070-88ED-C0A726DD4692}" srcId="{C3B8AE66-78FA-4514-B0A8-4D1CC913184B}" destId="{D845D2AB-5D0F-4E62-927A-3C9EB1DA9064}" srcOrd="1" destOrd="0" parTransId="{D608EF23-7F01-4601-A9AE-4BF46B039240}" sibTransId="{B2C0613C-C5EC-4A57-94D3-3AEED0438693}"/>
    <dgm:cxn modelId="{22F53049-1094-4E85-B121-85389E03DE32}" srcId="{25EEE8F9-67F5-404B-A685-280E4669670B}" destId="{B278F6AF-ADA2-46A9-8660-75CC0BF2BF27}" srcOrd="0" destOrd="0" parTransId="{9A76FCCF-B1A0-48DE-9CA2-D5A9B7F92643}" sibTransId="{6F6EFF7B-58FD-4110-BAFD-46C50A48D957}"/>
    <dgm:cxn modelId="{7AF60A6B-7844-455A-976C-C598EA06A526}" type="presOf" srcId="{D845D2AB-5D0F-4E62-927A-3C9EB1DA9064}" destId="{38AC1760-A075-4E11-BBCA-392ADDD5DEC5}" srcOrd="0" destOrd="2" presId="urn:microsoft.com/office/officeart/2005/8/layout/vList2"/>
    <dgm:cxn modelId="{D9C71F6D-D7D9-4764-97B7-1B55B450FFDE}" srcId="{D845D2AB-5D0F-4E62-927A-3C9EB1DA9064}" destId="{BC412D7B-0F31-4156-8415-5FD2D07F2933}" srcOrd="0" destOrd="0" parTransId="{2F436DD6-D15F-4748-9C5B-D747F776AE59}" sibTransId="{5DA2BA9C-F7EB-4D9E-8AAE-CF3D2162D4F0}"/>
    <dgm:cxn modelId="{8B20B855-D08C-4A29-8EE0-BA8DFEFE47CC}" type="presOf" srcId="{8D927A63-192B-4204-B75E-F6698D79928A}" destId="{71CC4FAF-BA30-4C40-ACE0-2CD2A1315633}" srcOrd="0" destOrd="0" presId="urn:microsoft.com/office/officeart/2005/8/layout/vList2"/>
    <dgm:cxn modelId="{E239E059-89B9-455C-AFD5-E4412FAE1633}" srcId="{D9AA69CA-0E2B-4C9B-B5E1-509330089E6D}" destId="{7CCBF40F-C223-49D5-A7CD-625E81CFCCB1}" srcOrd="0" destOrd="0" parTransId="{267B3959-37D6-4080-8A51-0762BA804A24}" sibTransId="{AF4DD6CF-9C6F-4296-80C8-5819899E7D71}"/>
    <dgm:cxn modelId="{1B4D027A-C573-4F68-B108-EB81CC71BFCE}" type="presOf" srcId="{7CCBF40F-C223-49D5-A7CD-625E81CFCCB1}" destId="{38AC1760-A075-4E11-BBCA-392ADDD5DEC5}" srcOrd="0" destOrd="5" presId="urn:microsoft.com/office/officeart/2005/8/layout/vList2"/>
    <dgm:cxn modelId="{2E9C0688-CE84-4E0E-AA9D-997C1C584DB9}" srcId="{11C984B5-AC6B-46C3-A2CC-9B12AFFFD027}" destId="{8014DAA2-F195-41E2-8147-B4055CDFA220}" srcOrd="1" destOrd="0" parTransId="{D657CE9A-8234-4BDC-9C82-7B208C22CE53}" sibTransId="{42D74D5F-A090-481C-BBE2-66E3C7E76639}"/>
    <dgm:cxn modelId="{55886A9A-0828-45F8-832E-F196606B909D}" type="presOf" srcId="{194CC661-E24A-47E0-9017-2EE648374EBF}" destId="{950C9390-B781-4748-902C-79A2A6AEC41B}" srcOrd="0" destOrd="0" presId="urn:microsoft.com/office/officeart/2005/8/layout/vList2"/>
    <dgm:cxn modelId="{22A7239F-A741-43D3-B17D-CF2260BA85B5}" type="presOf" srcId="{11C984B5-AC6B-46C3-A2CC-9B12AFFFD027}" destId="{E13C58B0-DBE3-40CF-9124-16C004E17A0B}" srcOrd="0" destOrd="0" presId="urn:microsoft.com/office/officeart/2005/8/layout/vList2"/>
    <dgm:cxn modelId="{A0AF39A7-3A04-4214-943D-AE4297B1DA04}" type="presOf" srcId="{43EBBF73-D3DF-4488-AD69-16D624DB6C1C}" destId="{950C9390-B781-4748-902C-79A2A6AEC41B}" srcOrd="0" destOrd="2" presId="urn:microsoft.com/office/officeart/2005/8/layout/vList2"/>
    <dgm:cxn modelId="{55ADAAA8-6B85-443D-A197-75DED50080A4}" type="presOf" srcId="{25EEE8F9-67F5-404B-A685-280E4669670B}" destId="{38AC1760-A075-4E11-BBCA-392ADDD5DEC5}" srcOrd="0" destOrd="0" presId="urn:microsoft.com/office/officeart/2005/8/layout/vList2"/>
    <dgm:cxn modelId="{D18B93C1-DDBB-433E-9C42-5E97E08AA5B7}" srcId="{11C984B5-AC6B-46C3-A2CC-9B12AFFFD027}" destId="{194CC661-E24A-47E0-9017-2EE648374EBF}" srcOrd="0" destOrd="0" parTransId="{409A1FAD-07EB-45BA-AD5F-3ED3F9319DB6}" sibTransId="{CB154B66-5C98-490A-B9D0-1090259A34EF}"/>
    <dgm:cxn modelId="{FA615EC3-91D8-4A45-8573-C94CE01442A0}" srcId="{C3B8AE66-78FA-4514-B0A8-4D1CC913184B}" destId="{D9AA69CA-0E2B-4C9B-B5E1-509330089E6D}" srcOrd="2" destOrd="0" parTransId="{44A62D18-1690-44C2-9580-F2DAA5FEFD73}" sibTransId="{2CEA9E06-BAC6-4421-8314-2D74265AFFA8}"/>
    <dgm:cxn modelId="{53C9ACDC-EE75-40BA-8CE3-4DE0DD5ABF1D}" type="presOf" srcId="{C3B8AE66-78FA-4514-B0A8-4D1CC913184B}" destId="{C23AC9AA-1728-47E1-A793-6E808E462E15}" srcOrd="0" destOrd="0" presId="urn:microsoft.com/office/officeart/2005/8/layout/vList2"/>
    <dgm:cxn modelId="{008533E6-15D8-48D8-B64E-7A59B96C1CEA}" type="presOf" srcId="{D9AA69CA-0E2B-4C9B-B5E1-509330089E6D}" destId="{38AC1760-A075-4E11-BBCA-392ADDD5DEC5}" srcOrd="0" destOrd="4" presId="urn:microsoft.com/office/officeart/2005/8/layout/vList2"/>
    <dgm:cxn modelId="{406179EE-9DB3-45B2-911F-F73BB049AA1D}" type="presOf" srcId="{BC412D7B-0F31-4156-8415-5FD2D07F2933}" destId="{38AC1760-A075-4E11-BBCA-392ADDD5DEC5}" srcOrd="0" destOrd="3" presId="urn:microsoft.com/office/officeart/2005/8/layout/vList2"/>
    <dgm:cxn modelId="{158DD2FD-2CE9-40E0-9E27-A1427B5FF546}" srcId="{11C984B5-AC6B-46C3-A2CC-9B12AFFFD027}" destId="{B2E71CD1-19CF-4B8D-AF44-1B3CF5C452B2}" srcOrd="3" destOrd="0" parTransId="{C24CCA11-57AA-40DD-9B94-253FD61B74EA}" sibTransId="{3B2C0820-6B72-4EF5-B8B0-82268B77DDA6}"/>
    <dgm:cxn modelId="{5367A61E-470D-499A-9641-4127419B68A5}" type="presParOf" srcId="{71CC4FAF-BA30-4C40-ACE0-2CD2A1315633}" destId="{E13C58B0-DBE3-40CF-9124-16C004E17A0B}" srcOrd="0" destOrd="0" presId="urn:microsoft.com/office/officeart/2005/8/layout/vList2"/>
    <dgm:cxn modelId="{6B44D334-22EF-4DFF-BEEB-86082AF899B2}" type="presParOf" srcId="{71CC4FAF-BA30-4C40-ACE0-2CD2A1315633}" destId="{950C9390-B781-4748-902C-79A2A6AEC41B}" srcOrd="1" destOrd="0" presId="urn:microsoft.com/office/officeart/2005/8/layout/vList2"/>
    <dgm:cxn modelId="{ED8AA46B-5E09-4FF4-BE80-D57596CE028F}" type="presParOf" srcId="{71CC4FAF-BA30-4C40-ACE0-2CD2A1315633}" destId="{C23AC9AA-1728-47E1-A793-6E808E462E15}" srcOrd="2" destOrd="0" presId="urn:microsoft.com/office/officeart/2005/8/layout/vList2"/>
    <dgm:cxn modelId="{91FFDA55-B1C2-46DC-8451-28B98C2C28F7}" type="presParOf" srcId="{71CC4FAF-BA30-4C40-ACE0-2CD2A1315633}" destId="{38AC1760-A075-4E11-BBCA-392ADDD5DEC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3A9E67-55B8-4165-B9EB-8A40970647D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1B40D2-45AD-4063-A9A0-34956A37C1FF}">
      <dgm:prSet/>
      <dgm:spPr/>
      <dgm:t>
        <a:bodyPr/>
        <a:lstStyle/>
        <a:p>
          <a:r>
            <a:rPr lang="en-US" b="1"/>
            <a:t>Pulse Mode:</a:t>
          </a:r>
          <a:endParaRPr lang="en-US"/>
        </a:p>
      </dgm:t>
    </dgm:pt>
    <dgm:pt modelId="{4437C3E7-7A19-48A0-85E8-1288EB5ABDF9}" type="parTrans" cxnId="{4E2F8884-48C5-4578-880F-CE5F1ADAE59D}">
      <dgm:prSet/>
      <dgm:spPr/>
      <dgm:t>
        <a:bodyPr/>
        <a:lstStyle/>
        <a:p>
          <a:endParaRPr lang="en-US"/>
        </a:p>
      </dgm:t>
    </dgm:pt>
    <dgm:pt modelId="{FB2B3257-F29C-4A92-9C41-8E7D1494558B}" type="sibTrans" cxnId="{4E2F8884-48C5-4578-880F-CE5F1ADAE59D}">
      <dgm:prSet/>
      <dgm:spPr/>
      <dgm:t>
        <a:bodyPr/>
        <a:lstStyle/>
        <a:p>
          <a:endParaRPr lang="en-US"/>
        </a:p>
      </dgm:t>
    </dgm:pt>
    <dgm:pt modelId="{C849E487-7BE6-4832-91A6-F2804B34A3ED}">
      <dgm:prSet/>
      <dgm:spPr/>
      <dgm:t>
        <a:bodyPr/>
        <a:lstStyle/>
        <a:p>
          <a:r>
            <a:rPr lang="en-US"/>
            <a:t>Each </a:t>
          </a:r>
          <a:r>
            <a:rPr lang="en-US" i="1"/>
            <a:t>event </a:t>
          </a:r>
          <a:r>
            <a:rPr lang="en-US"/>
            <a:t>is processed individually</a:t>
          </a:r>
        </a:p>
      </dgm:t>
    </dgm:pt>
    <dgm:pt modelId="{09571556-90D5-481E-A3E5-5BE52CBFA8EA}" type="parTrans" cxnId="{EC6E3380-CB4F-4367-8E57-AC4813A9E7BC}">
      <dgm:prSet/>
      <dgm:spPr/>
      <dgm:t>
        <a:bodyPr/>
        <a:lstStyle/>
        <a:p>
          <a:endParaRPr lang="en-US"/>
        </a:p>
      </dgm:t>
    </dgm:pt>
    <dgm:pt modelId="{4D8CE27B-B41F-4CC9-9702-8196E1DA01AA}" type="sibTrans" cxnId="{EC6E3380-CB4F-4367-8E57-AC4813A9E7BC}">
      <dgm:prSet/>
      <dgm:spPr/>
      <dgm:t>
        <a:bodyPr/>
        <a:lstStyle/>
        <a:p>
          <a:endParaRPr lang="en-US"/>
        </a:p>
      </dgm:t>
    </dgm:pt>
    <dgm:pt modelId="{4607DC06-C615-4B69-A39D-8AE836331474}">
      <dgm:prSet/>
      <dgm:spPr/>
      <dgm:t>
        <a:bodyPr/>
        <a:lstStyle/>
        <a:p>
          <a:r>
            <a:rPr lang="en-US" b="1"/>
            <a:t>Charge Mode:</a:t>
          </a:r>
          <a:endParaRPr lang="en-US"/>
        </a:p>
      </dgm:t>
    </dgm:pt>
    <dgm:pt modelId="{5B3DBB5F-3BD4-4244-9542-E37773072576}" type="parTrans" cxnId="{B2B7E79A-13EE-4973-95AD-600FF0D7A65B}">
      <dgm:prSet/>
      <dgm:spPr/>
      <dgm:t>
        <a:bodyPr/>
        <a:lstStyle/>
        <a:p>
          <a:endParaRPr lang="en-US"/>
        </a:p>
      </dgm:t>
    </dgm:pt>
    <dgm:pt modelId="{21D913A9-33D9-4976-AF5A-EB6EB738D8C7}" type="sibTrans" cxnId="{B2B7E79A-13EE-4973-95AD-600FF0D7A65B}">
      <dgm:prSet/>
      <dgm:spPr/>
      <dgm:t>
        <a:bodyPr/>
        <a:lstStyle/>
        <a:p>
          <a:endParaRPr lang="en-US"/>
        </a:p>
      </dgm:t>
    </dgm:pt>
    <dgm:pt modelId="{E68C332E-7716-4A2B-868B-0BD10D124F7F}">
      <dgm:prSet/>
      <dgm:spPr/>
      <dgm:t>
        <a:bodyPr/>
        <a:lstStyle/>
        <a:p>
          <a:r>
            <a:rPr lang="en-US"/>
            <a:t>Individual interactions are averaged together to form a net signal</a:t>
          </a:r>
        </a:p>
      </dgm:t>
    </dgm:pt>
    <dgm:pt modelId="{1A211038-0B13-4480-97FB-E279591C2054}" type="parTrans" cxnId="{065C526E-DF82-4493-8200-77885352A94A}">
      <dgm:prSet/>
      <dgm:spPr/>
      <dgm:t>
        <a:bodyPr/>
        <a:lstStyle/>
        <a:p>
          <a:endParaRPr lang="en-US"/>
        </a:p>
      </dgm:t>
    </dgm:pt>
    <dgm:pt modelId="{63EF42C5-E16C-4410-A41B-4CD0C0B99BE8}" type="sibTrans" cxnId="{065C526E-DF82-4493-8200-77885352A94A}">
      <dgm:prSet/>
      <dgm:spPr/>
      <dgm:t>
        <a:bodyPr/>
        <a:lstStyle/>
        <a:p>
          <a:endParaRPr lang="en-US"/>
        </a:p>
      </dgm:t>
    </dgm:pt>
    <dgm:pt modelId="{FF886D86-1A37-4B41-82B2-F317A11D1B1B}" type="pres">
      <dgm:prSet presAssocID="{213A9E67-55B8-4165-B9EB-8A40970647D3}" presName="linear" presStyleCnt="0">
        <dgm:presLayoutVars>
          <dgm:animLvl val="lvl"/>
          <dgm:resizeHandles val="exact"/>
        </dgm:presLayoutVars>
      </dgm:prSet>
      <dgm:spPr/>
    </dgm:pt>
    <dgm:pt modelId="{D89E0E2C-D835-4B4C-874D-FBD01400AE09}" type="pres">
      <dgm:prSet presAssocID="{711B40D2-45AD-4063-A9A0-34956A37C1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CBC797-6333-43C8-BA85-FE942C54026E}" type="pres">
      <dgm:prSet presAssocID="{711B40D2-45AD-4063-A9A0-34956A37C1FF}" presName="childText" presStyleLbl="revTx" presStyleIdx="0" presStyleCnt="2">
        <dgm:presLayoutVars>
          <dgm:bulletEnabled val="1"/>
        </dgm:presLayoutVars>
      </dgm:prSet>
      <dgm:spPr/>
    </dgm:pt>
    <dgm:pt modelId="{6D24DF0D-AA7A-4701-AB42-3964FA678FE0}" type="pres">
      <dgm:prSet presAssocID="{4607DC06-C615-4B69-A39D-8AE83633147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B5DEC5E-3EE2-4719-8312-A3F3535684CB}" type="pres">
      <dgm:prSet presAssocID="{4607DC06-C615-4B69-A39D-8AE83633147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990750C-70CE-4982-81EF-567BF9F815FF}" type="presOf" srcId="{4607DC06-C615-4B69-A39D-8AE836331474}" destId="{6D24DF0D-AA7A-4701-AB42-3964FA678FE0}" srcOrd="0" destOrd="0" presId="urn:microsoft.com/office/officeart/2005/8/layout/vList2"/>
    <dgm:cxn modelId="{30418C1C-5749-4834-9F60-FE7181595F76}" type="presOf" srcId="{E68C332E-7716-4A2B-868B-0BD10D124F7F}" destId="{8B5DEC5E-3EE2-4719-8312-A3F3535684CB}" srcOrd="0" destOrd="0" presId="urn:microsoft.com/office/officeart/2005/8/layout/vList2"/>
    <dgm:cxn modelId="{A0267024-8D2E-49BA-B3FE-F82B3583DEB1}" type="presOf" srcId="{C849E487-7BE6-4832-91A6-F2804B34A3ED}" destId="{3DCBC797-6333-43C8-BA85-FE942C54026E}" srcOrd="0" destOrd="0" presId="urn:microsoft.com/office/officeart/2005/8/layout/vList2"/>
    <dgm:cxn modelId="{065C526E-DF82-4493-8200-77885352A94A}" srcId="{4607DC06-C615-4B69-A39D-8AE836331474}" destId="{E68C332E-7716-4A2B-868B-0BD10D124F7F}" srcOrd="0" destOrd="0" parTransId="{1A211038-0B13-4480-97FB-E279591C2054}" sibTransId="{63EF42C5-E16C-4410-A41B-4CD0C0B99BE8}"/>
    <dgm:cxn modelId="{6E9E4073-A5DE-41D1-AA30-CC751755E913}" type="presOf" srcId="{711B40D2-45AD-4063-A9A0-34956A37C1FF}" destId="{D89E0E2C-D835-4B4C-874D-FBD01400AE09}" srcOrd="0" destOrd="0" presId="urn:microsoft.com/office/officeart/2005/8/layout/vList2"/>
    <dgm:cxn modelId="{5B0D677F-BCCA-4F1D-9AB4-9B8ECD156A44}" type="presOf" srcId="{213A9E67-55B8-4165-B9EB-8A40970647D3}" destId="{FF886D86-1A37-4B41-82B2-F317A11D1B1B}" srcOrd="0" destOrd="0" presId="urn:microsoft.com/office/officeart/2005/8/layout/vList2"/>
    <dgm:cxn modelId="{EC6E3380-CB4F-4367-8E57-AC4813A9E7BC}" srcId="{711B40D2-45AD-4063-A9A0-34956A37C1FF}" destId="{C849E487-7BE6-4832-91A6-F2804B34A3ED}" srcOrd="0" destOrd="0" parTransId="{09571556-90D5-481E-A3E5-5BE52CBFA8EA}" sibTransId="{4D8CE27B-B41F-4CC9-9702-8196E1DA01AA}"/>
    <dgm:cxn modelId="{4E2F8884-48C5-4578-880F-CE5F1ADAE59D}" srcId="{213A9E67-55B8-4165-B9EB-8A40970647D3}" destId="{711B40D2-45AD-4063-A9A0-34956A37C1FF}" srcOrd="0" destOrd="0" parTransId="{4437C3E7-7A19-48A0-85E8-1288EB5ABDF9}" sibTransId="{FB2B3257-F29C-4A92-9C41-8E7D1494558B}"/>
    <dgm:cxn modelId="{B2B7E79A-13EE-4973-95AD-600FF0D7A65B}" srcId="{213A9E67-55B8-4165-B9EB-8A40970647D3}" destId="{4607DC06-C615-4B69-A39D-8AE836331474}" srcOrd="1" destOrd="0" parTransId="{5B3DBB5F-3BD4-4244-9542-E37773072576}" sibTransId="{21D913A9-33D9-4976-AF5A-EB6EB738D8C7}"/>
    <dgm:cxn modelId="{2B93A376-27CA-415D-9CA6-682C7130987F}" type="presParOf" srcId="{FF886D86-1A37-4B41-82B2-F317A11D1B1B}" destId="{D89E0E2C-D835-4B4C-874D-FBD01400AE09}" srcOrd="0" destOrd="0" presId="urn:microsoft.com/office/officeart/2005/8/layout/vList2"/>
    <dgm:cxn modelId="{986D753B-0A69-4C51-BA08-DF9A35BB21F6}" type="presParOf" srcId="{FF886D86-1A37-4B41-82B2-F317A11D1B1B}" destId="{3DCBC797-6333-43C8-BA85-FE942C54026E}" srcOrd="1" destOrd="0" presId="urn:microsoft.com/office/officeart/2005/8/layout/vList2"/>
    <dgm:cxn modelId="{CE03378B-B793-457C-BB19-736442B7424B}" type="presParOf" srcId="{FF886D86-1A37-4B41-82B2-F317A11D1B1B}" destId="{6D24DF0D-AA7A-4701-AB42-3964FA678FE0}" srcOrd="2" destOrd="0" presId="urn:microsoft.com/office/officeart/2005/8/layout/vList2"/>
    <dgm:cxn modelId="{9F575116-5CEC-41CA-B012-0AC94F3C923A}" type="presParOf" srcId="{FF886D86-1A37-4B41-82B2-F317A11D1B1B}" destId="{8B5DEC5E-3EE2-4719-8312-A3F3535684C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707CA8-2B82-43B1-B2BE-A5723F9B072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53B8F7-D198-463C-A90D-FDBF46BFA840}">
      <dgm:prSet/>
      <dgm:spPr/>
      <dgm:t>
        <a:bodyPr/>
        <a:lstStyle/>
        <a:p>
          <a:r>
            <a:rPr lang="en-US"/>
            <a:t>Electrons exist in energy bands (valence, conduction)</a:t>
          </a:r>
        </a:p>
      </dgm:t>
    </dgm:pt>
    <dgm:pt modelId="{EE1CCFB7-F8B6-4FD8-94FD-1BD78C672C29}" type="parTrans" cxnId="{73A3EA36-8461-45A9-962A-1E8FB628E333}">
      <dgm:prSet/>
      <dgm:spPr/>
      <dgm:t>
        <a:bodyPr/>
        <a:lstStyle/>
        <a:p>
          <a:endParaRPr lang="en-US"/>
        </a:p>
      </dgm:t>
    </dgm:pt>
    <dgm:pt modelId="{56BEA371-46BE-462F-8DC3-2827531961DC}" type="sibTrans" cxnId="{73A3EA36-8461-45A9-962A-1E8FB628E333}">
      <dgm:prSet/>
      <dgm:spPr/>
      <dgm:t>
        <a:bodyPr/>
        <a:lstStyle/>
        <a:p>
          <a:endParaRPr lang="en-US"/>
        </a:p>
      </dgm:t>
    </dgm:pt>
    <dgm:pt modelId="{57C454EE-E5A6-4131-AA77-83ECEA03824F}">
      <dgm:prSet/>
      <dgm:spPr/>
      <dgm:t>
        <a:bodyPr/>
        <a:lstStyle/>
        <a:p>
          <a:r>
            <a:rPr lang="en-US"/>
            <a:t>In semiconductors, the forbidden zone between the bands is very small (1 ev or less)</a:t>
          </a:r>
        </a:p>
      </dgm:t>
    </dgm:pt>
    <dgm:pt modelId="{6A4672F6-A668-48C5-BDF1-96C46154FE9E}" type="parTrans" cxnId="{B3B7DE58-1871-4F69-B9CE-145F72D69BD7}">
      <dgm:prSet/>
      <dgm:spPr/>
      <dgm:t>
        <a:bodyPr/>
        <a:lstStyle/>
        <a:p>
          <a:endParaRPr lang="en-US"/>
        </a:p>
      </dgm:t>
    </dgm:pt>
    <dgm:pt modelId="{8C7AC693-4411-452A-AF98-5DE910B68B9F}" type="sibTrans" cxnId="{B3B7DE58-1871-4F69-B9CE-145F72D69BD7}">
      <dgm:prSet/>
      <dgm:spPr/>
      <dgm:t>
        <a:bodyPr/>
        <a:lstStyle/>
        <a:p>
          <a:endParaRPr lang="en-US"/>
        </a:p>
      </dgm:t>
    </dgm:pt>
    <dgm:pt modelId="{A89AF45B-B2A7-4F7F-8AC2-D72C01D6E107}">
      <dgm:prSet/>
      <dgm:spPr/>
      <dgm:t>
        <a:bodyPr/>
        <a:lstStyle/>
        <a:p>
          <a:r>
            <a:rPr lang="en-US"/>
            <a:t>Sources of energy (such as ionization, UV, or heat) can move electrons in valence band to conduction band</a:t>
          </a:r>
        </a:p>
      </dgm:t>
    </dgm:pt>
    <dgm:pt modelId="{DC4940BE-9BA5-43A2-9288-D7D300C8377D}" type="parTrans" cxnId="{4016BD80-5550-405F-8CB5-44064BBDF124}">
      <dgm:prSet/>
      <dgm:spPr/>
      <dgm:t>
        <a:bodyPr/>
        <a:lstStyle/>
        <a:p>
          <a:endParaRPr lang="en-US"/>
        </a:p>
      </dgm:t>
    </dgm:pt>
    <dgm:pt modelId="{A258CB57-9D71-49DF-9E8F-B563D26D9955}" type="sibTrans" cxnId="{4016BD80-5550-405F-8CB5-44064BBDF124}">
      <dgm:prSet/>
      <dgm:spPr/>
      <dgm:t>
        <a:bodyPr/>
        <a:lstStyle/>
        <a:p>
          <a:endParaRPr lang="en-US"/>
        </a:p>
      </dgm:t>
    </dgm:pt>
    <dgm:pt modelId="{9EEBFFAC-2314-4244-BBF7-08EDE6AD1ECC}">
      <dgm:prSet/>
      <dgm:spPr/>
      <dgm:t>
        <a:bodyPr/>
        <a:lstStyle/>
        <a:p>
          <a:r>
            <a:rPr lang="en-US"/>
            <a:t>This creates current, if a voltage is applied</a:t>
          </a:r>
        </a:p>
      </dgm:t>
    </dgm:pt>
    <dgm:pt modelId="{6EEB3E01-F3B5-4C59-8847-5E44B3E6BE1C}" type="parTrans" cxnId="{A190E825-CBA9-44F7-9C25-A3B05C4E2F5D}">
      <dgm:prSet/>
      <dgm:spPr/>
      <dgm:t>
        <a:bodyPr/>
        <a:lstStyle/>
        <a:p>
          <a:endParaRPr lang="en-US"/>
        </a:p>
      </dgm:t>
    </dgm:pt>
    <dgm:pt modelId="{16021168-9636-4109-A6EB-58E3F2B71A9E}" type="sibTrans" cxnId="{A190E825-CBA9-44F7-9C25-A3B05C4E2F5D}">
      <dgm:prSet/>
      <dgm:spPr/>
      <dgm:t>
        <a:bodyPr/>
        <a:lstStyle/>
        <a:p>
          <a:endParaRPr lang="en-US"/>
        </a:p>
      </dgm:t>
    </dgm:pt>
    <dgm:pt modelId="{9835CE23-C773-47B1-858E-18B5D48698DC}">
      <dgm:prSet/>
      <dgm:spPr/>
      <dgm:t>
        <a:bodyPr/>
        <a:lstStyle/>
        <a:p>
          <a:r>
            <a:rPr lang="en-US"/>
            <a:t>The current created is tiny, we use </a:t>
          </a:r>
          <a:r>
            <a:rPr lang="en-US" b="1"/>
            <a:t>doping</a:t>
          </a:r>
          <a:r>
            <a:rPr lang="en-US"/>
            <a:t> to turn the material into a </a:t>
          </a:r>
          <a:r>
            <a:rPr lang="en-US" b="1"/>
            <a:t>diode</a:t>
          </a:r>
          <a:r>
            <a:rPr lang="en-US"/>
            <a:t> so that we can see the tiny current</a:t>
          </a:r>
        </a:p>
      </dgm:t>
    </dgm:pt>
    <dgm:pt modelId="{18EA3118-27D2-4DB7-B9DE-535A8F198835}" type="parTrans" cxnId="{C88BD44F-44CB-4229-957D-06BA56CC5821}">
      <dgm:prSet/>
      <dgm:spPr/>
      <dgm:t>
        <a:bodyPr/>
        <a:lstStyle/>
        <a:p>
          <a:endParaRPr lang="en-US"/>
        </a:p>
      </dgm:t>
    </dgm:pt>
    <dgm:pt modelId="{55785AA7-EC82-404D-A0B7-D2D5B64D78D6}" type="sibTrans" cxnId="{C88BD44F-44CB-4229-957D-06BA56CC5821}">
      <dgm:prSet/>
      <dgm:spPr/>
      <dgm:t>
        <a:bodyPr/>
        <a:lstStyle/>
        <a:p>
          <a:endParaRPr lang="en-US"/>
        </a:p>
      </dgm:t>
    </dgm:pt>
    <dgm:pt modelId="{CF2330DA-3A52-470D-9629-CCFC10CE925B}" type="pres">
      <dgm:prSet presAssocID="{ED707CA8-2B82-43B1-B2BE-A5723F9B0729}" presName="vert0" presStyleCnt="0">
        <dgm:presLayoutVars>
          <dgm:dir/>
          <dgm:animOne val="branch"/>
          <dgm:animLvl val="lvl"/>
        </dgm:presLayoutVars>
      </dgm:prSet>
      <dgm:spPr/>
    </dgm:pt>
    <dgm:pt modelId="{D85F0263-0F64-43A0-A197-470F442CBF6E}" type="pres">
      <dgm:prSet presAssocID="{2C53B8F7-D198-463C-A90D-FDBF46BFA840}" presName="thickLine" presStyleLbl="alignNode1" presStyleIdx="0" presStyleCnt="5"/>
      <dgm:spPr/>
    </dgm:pt>
    <dgm:pt modelId="{3402BAFC-D199-47F4-8BE3-9EBAC3347666}" type="pres">
      <dgm:prSet presAssocID="{2C53B8F7-D198-463C-A90D-FDBF46BFA840}" presName="horz1" presStyleCnt="0"/>
      <dgm:spPr/>
    </dgm:pt>
    <dgm:pt modelId="{7CB29CD3-E611-47DF-9549-F074E90D09BE}" type="pres">
      <dgm:prSet presAssocID="{2C53B8F7-D198-463C-A90D-FDBF46BFA840}" presName="tx1" presStyleLbl="revTx" presStyleIdx="0" presStyleCnt="5"/>
      <dgm:spPr/>
    </dgm:pt>
    <dgm:pt modelId="{347FEF90-6602-4E88-9934-3EC0796C300E}" type="pres">
      <dgm:prSet presAssocID="{2C53B8F7-D198-463C-A90D-FDBF46BFA840}" presName="vert1" presStyleCnt="0"/>
      <dgm:spPr/>
    </dgm:pt>
    <dgm:pt modelId="{715308A0-A6A1-4AE4-8B76-920D8B5B9499}" type="pres">
      <dgm:prSet presAssocID="{57C454EE-E5A6-4131-AA77-83ECEA03824F}" presName="thickLine" presStyleLbl="alignNode1" presStyleIdx="1" presStyleCnt="5"/>
      <dgm:spPr/>
    </dgm:pt>
    <dgm:pt modelId="{152C7368-5F4B-450D-9A91-3A8708FBE2F6}" type="pres">
      <dgm:prSet presAssocID="{57C454EE-E5A6-4131-AA77-83ECEA03824F}" presName="horz1" presStyleCnt="0"/>
      <dgm:spPr/>
    </dgm:pt>
    <dgm:pt modelId="{94AF0689-921F-412B-9B99-53083F5771E3}" type="pres">
      <dgm:prSet presAssocID="{57C454EE-E5A6-4131-AA77-83ECEA03824F}" presName="tx1" presStyleLbl="revTx" presStyleIdx="1" presStyleCnt="5"/>
      <dgm:spPr/>
    </dgm:pt>
    <dgm:pt modelId="{4C6B717F-DDF7-40EF-861F-54E3FAE56A52}" type="pres">
      <dgm:prSet presAssocID="{57C454EE-E5A6-4131-AA77-83ECEA03824F}" presName="vert1" presStyleCnt="0"/>
      <dgm:spPr/>
    </dgm:pt>
    <dgm:pt modelId="{55D57F1B-8681-4ADB-929F-6FCAAA0986B3}" type="pres">
      <dgm:prSet presAssocID="{A89AF45B-B2A7-4F7F-8AC2-D72C01D6E107}" presName="thickLine" presStyleLbl="alignNode1" presStyleIdx="2" presStyleCnt="5"/>
      <dgm:spPr/>
    </dgm:pt>
    <dgm:pt modelId="{CA3703A7-3A99-445D-A1E1-DEC5851DD2F5}" type="pres">
      <dgm:prSet presAssocID="{A89AF45B-B2A7-4F7F-8AC2-D72C01D6E107}" presName="horz1" presStyleCnt="0"/>
      <dgm:spPr/>
    </dgm:pt>
    <dgm:pt modelId="{4048FDA7-A8DE-42EC-A458-FE3B70439512}" type="pres">
      <dgm:prSet presAssocID="{A89AF45B-B2A7-4F7F-8AC2-D72C01D6E107}" presName="tx1" presStyleLbl="revTx" presStyleIdx="2" presStyleCnt="5"/>
      <dgm:spPr/>
    </dgm:pt>
    <dgm:pt modelId="{4189F53E-0662-418E-AE0E-C9FB8644D8B8}" type="pres">
      <dgm:prSet presAssocID="{A89AF45B-B2A7-4F7F-8AC2-D72C01D6E107}" presName="vert1" presStyleCnt="0"/>
      <dgm:spPr/>
    </dgm:pt>
    <dgm:pt modelId="{17A245AF-0798-4BF1-92C0-818CB0E4E736}" type="pres">
      <dgm:prSet presAssocID="{9EEBFFAC-2314-4244-BBF7-08EDE6AD1ECC}" presName="thickLine" presStyleLbl="alignNode1" presStyleIdx="3" presStyleCnt="5"/>
      <dgm:spPr/>
    </dgm:pt>
    <dgm:pt modelId="{2F061D22-A01D-4622-9A26-8729AD2DEE04}" type="pres">
      <dgm:prSet presAssocID="{9EEBFFAC-2314-4244-BBF7-08EDE6AD1ECC}" presName="horz1" presStyleCnt="0"/>
      <dgm:spPr/>
    </dgm:pt>
    <dgm:pt modelId="{BEB67E0E-1618-4C5D-80A4-819D60AF1ED8}" type="pres">
      <dgm:prSet presAssocID="{9EEBFFAC-2314-4244-BBF7-08EDE6AD1ECC}" presName="tx1" presStyleLbl="revTx" presStyleIdx="3" presStyleCnt="5"/>
      <dgm:spPr/>
    </dgm:pt>
    <dgm:pt modelId="{6FF71CD3-3C45-468B-B4F0-6973601F8828}" type="pres">
      <dgm:prSet presAssocID="{9EEBFFAC-2314-4244-BBF7-08EDE6AD1ECC}" presName="vert1" presStyleCnt="0"/>
      <dgm:spPr/>
    </dgm:pt>
    <dgm:pt modelId="{633C7E5F-7B97-4337-9A89-3CF966AD537A}" type="pres">
      <dgm:prSet presAssocID="{9835CE23-C773-47B1-858E-18B5D48698DC}" presName="thickLine" presStyleLbl="alignNode1" presStyleIdx="4" presStyleCnt="5"/>
      <dgm:spPr/>
    </dgm:pt>
    <dgm:pt modelId="{44656B9F-C177-42A1-A1E3-7F3FA3C844AF}" type="pres">
      <dgm:prSet presAssocID="{9835CE23-C773-47B1-858E-18B5D48698DC}" presName="horz1" presStyleCnt="0"/>
      <dgm:spPr/>
    </dgm:pt>
    <dgm:pt modelId="{36CB4B25-EDC3-42B2-A541-7377D34A93D1}" type="pres">
      <dgm:prSet presAssocID="{9835CE23-C773-47B1-858E-18B5D48698DC}" presName="tx1" presStyleLbl="revTx" presStyleIdx="4" presStyleCnt="5"/>
      <dgm:spPr/>
    </dgm:pt>
    <dgm:pt modelId="{1F02F2E5-7D28-486D-83B3-B1AD0E07546B}" type="pres">
      <dgm:prSet presAssocID="{9835CE23-C773-47B1-858E-18B5D48698DC}" presName="vert1" presStyleCnt="0"/>
      <dgm:spPr/>
    </dgm:pt>
  </dgm:ptLst>
  <dgm:cxnLst>
    <dgm:cxn modelId="{F53DBF0D-0691-4EE7-9EB5-6496FC5BF1A1}" type="presOf" srcId="{9835CE23-C773-47B1-858E-18B5D48698DC}" destId="{36CB4B25-EDC3-42B2-A541-7377D34A93D1}" srcOrd="0" destOrd="0" presId="urn:microsoft.com/office/officeart/2008/layout/LinedList"/>
    <dgm:cxn modelId="{A190E825-CBA9-44F7-9C25-A3B05C4E2F5D}" srcId="{ED707CA8-2B82-43B1-B2BE-A5723F9B0729}" destId="{9EEBFFAC-2314-4244-BBF7-08EDE6AD1ECC}" srcOrd="3" destOrd="0" parTransId="{6EEB3E01-F3B5-4C59-8847-5E44B3E6BE1C}" sibTransId="{16021168-9636-4109-A6EB-58E3F2B71A9E}"/>
    <dgm:cxn modelId="{73A3EA36-8461-45A9-962A-1E8FB628E333}" srcId="{ED707CA8-2B82-43B1-B2BE-A5723F9B0729}" destId="{2C53B8F7-D198-463C-A90D-FDBF46BFA840}" srcOrd="0" destOrd="0" parTransId="{EE1CCFB7-F8B6-4FD8-94FD-1BD78C672C29}" sibTransId="{56BEA371-46BE-462F-8DC3-2827531961DC}"/>
    <dgm:cxn modelId="{C88BD44F-44CB-4229-957D-06BA56CC5821}" srcId="{ED707CA8-2B82-43B1-B2BE-A5723F9B0729}" destId="{9835CE23-C773-47B1-858E-18B5D48698DC}" srcOrd="4" destOrd="0" parTransId="{18EA3118-27D2-4DB7-B9DE-535A8F198835}" sibTransId="{55785AA7-EC82-404D-A0B7-D2D5B64D78D6}"/>
    <dgm:cxn modelId="{BB72C473-BF2B-4271-81EF-529468F9C99D}" type="presOf" srcId="{2C53B8F7-D198-463C-A90D-FDBF46BFA840}" destId="{7CB29CD3-E611-47DF-9549-F074E90D09BE}" srcOrd="0" destOrd="0" presId="urn:microsoft.com/office/officeart/2008/layout/LinedList"/>
    <dgm:cxn modelId="{B3B7DE58-1871-4F69-B9CE-145F72D69BD7}" srcId="{ED707CA8-2B82-43B1-B2BE-A5723F9B0729}" destId="{57C454EE-E5A6-4131-AA77-83ECEA03824F}" srcOrd="1" destOrd="0" parTransId="{6A4672F6-A668-48C5-BDF1-96C46154FE9E}" sibTransId="{8C7AC693-4411-452A-AF98-5DE910B68B9F}"/>
    <dgm:cxn modelId="{4016BD80-5550-405F-8CB5-44064BBDF124}" srcId="{ED707CA8-2B82-43B1-B2BE-A5723F9B0729}" destId="{A89AF45B-B2A7-4F7F-8AC2-D72C01D6E107}" srcOrd="2" destOrd="0" parTransId="{DC4940BE-9BA5-43A2-9288-D7D300C8377D}" sibTransId="{A258CB57-9D71-49DF-9E8F-B563D26D9955}"/>
    <dgm:cxn modelId="{8759DB87-155C-4971-AEF7-BEE7EEA6A1EC}" type="presOf" srcId="{9EEBFFAC-2314-4244-BBF7-08EDE6AD1ECC}" destId="{BEB67E0E-1618-4C5D-80A4-819D60AF1ED8}" srcOrd="0" destOrd="0" presId="urn:microsoft.com/office/officeart/2008/layout/LinedList"/>
    <dgm:cxn modelId="{B0C60997-BCBE-4E20-93E6-702484CBB488}" type="presOf" srcId="{A89AF45B-B2A7-4F7F-8AC2-D72C01D6E107}" destId="{4048FDA7-A8DE-42EC-A458-FE3B70439512}" srcOrd="0" destOrd="0" presId="urn:microsoft.com/office/officeart/2008/layout/LinedList"/>
    <dgm:cxn modelId="{85BD39AF-275E-48CF-AA78-ECA78B00B158}" type="presOf" srcId="{57C454EE-E5A6-4131-AA77-83ECEA03824F}" destId="{94AF0689-921F-412B-9B99-53083F5771E3}" srcOrd="0" destOrd="0" presId="urn:microsoft.com/office/officeart/2008/layout/LinedList"/>
    <dgm:cxn modelId="{4FAC1ADC-D62A-4D6D-B4C1-21ACA22827CB}" type="presOf" srcId="{ED707CA8-2B82-43B1-B2BE-A5723F9B0729}" destId="{CF2330DA-3A52-470D-9629-CCFC10CE925B}" srcOrd="0" destOrd="0" presId="urn:microsoft.com/office/officeart/2008/layout/LinedList"/>
    <dgm:cxn modelId="{770CB494-A8C6-42B4-B87C-24DD622885CC}" type="presParOf" srcId="{CF2330DA-3A52-470D-9629-CCFC10CE925B}" destId="{D85F0263-0F64-43A0-A197-470F442CBF6E}" srcOrd="0" destOrd="0" presId="urn:microsoft.com/office/officeart/2008/layout/LinedList"/>
    <dgm:cxn modelId="{4AACFA14-53FB-4EC5-9897-8276D9A28FDA}" type="presParOf" srcId="{CF2330DA-3A52-470D-9629-CCFC10CE925B}" destId="{3402BAFC-D199-47F4-8BE3-9EBAC3347666}" srcOrd="1" destOrd="0" presId="urn:microsoft.com/office/officeart/2008/layout/LinedList"/>
    <dgm:cxn modelId="{BF4EB505-7AEE-4693-BF74-77322DE6F086}" type="presParOf" srcId="{3402BAFC-D199-47F4-8BE3-9EBAC3347666}" destId="{7CB29CD3-E611-47DF-9549-F074E90D09BE}" srcOrd="0" destOrd="0" presId="urn:microsoft.com/office/officeart/2008/layout/LinedList"/>
    <dgm:cxn modelId="{216CAD7D-5757-41DB-8D5D-CEF6BD97FD74}" type="presParOf" srcId="{3402BAFC-D199-47F4-8BE3-9EBAC3347666}" destId="{347FEF90-6602-4E88-9934-3EC0796C300E}" srcOrd="1" destOrd="0" presId="urn:microsoft.com/office/officeart/2008/layout/LinedList"/>
    <dgm:cxn modelId="{FD66269C-A8FA-4A5A-9C78-AA386587400F}" type="presParOf" srcId="{CF2330DA-3A52-470D-9629-CCFC10CE925B}" destId="{715308A0-A6A1-4AE4-8B76-920D8B5B9499}" srcOrd="2" destOrd="0" presId="urn:microsoft.com/office/officeart/2008/layout/LinedList"/>
    <dgm:cxn modelId="{40B4B675-585A-4C10-B094-5AEA9CB2A0DC}" type="presParOf" srcId="{CF2330DA-3A52-470D-9629-CCFC10CE925B}" destId="{152C7368-5F4B-450D-9A91-3A8708FBE2F6}" srcOrd="3" destOrd="0" presId="urn:microsoft.com/office/officeart/2008/layout/LinedList"/>
    <dgm:cxn modelId="{6393D486-5E0B-4BA5-B3E9-AE9B67FA9F83}" type="presParOf" srcId="{152C7368-5F4B-450D-9A91-3A8708FBE2F6}" destId="{94AF0689-921F-412B-9B99-53083F5771E3}" srcOrd="0" destOrd="0" presId="urn:microsoft.com/office/officeart/2008/layout/LinedList"/>
    <dgm:cxn modelId="{5F9EBE71-07DD-4841-BEF1-DDB159AC2377}" type="presParOf" srcId="{152C7368-5F4B-450D-9A91-3A8708FBE2F6}" destId="{4C6B717F-DDF7-40EF-861F-54E3FAE56A52}" srcOrd="1" destOrd="0" presId="urn:microsoft.com/office/officeart/2008/layout/LinedList"/>
    <dgm:cxn modelId="{1A4F21DC-7119-4982-ABE0-53E703ECB4A5}" type="presParOf" srcId="{CF2330DA-3A52-470D-9629-CCFC10CE925B}" destId="{55D57F1B-8681-4ADB-929F-6FCAAA0986B3}" srcOrd="4" destOrd="0" presId="urn:microsoft.com/office/officeart/2008/layout/LinedList"/>
    <dgm:cxn modelId="{402ABD29-3F03-409C-9A64-E4A9FA884457}" type="presParOf" srcId="{CF2330DA-3A52-470D-9629-CCFC10CE925B}" destId="{CA3703A7-3A99-445D-A1E1-DEC5851DD2F5}" srcOrd="5" destOrd="0" presId="urn:microsoft.com/office/officeart/2008/layout/LinedList"/>
    <dgm:cxn modelId="{46131BC5-C65E-4F21-9A1A-760D358EA887}" type="presParOf" srcId="{CA3703A7-3A99-445D-A1E1-DEC5851DD2F5}" destId="{4048FDA7-A8DE-42EC-A458-FE3B70439512}" srcOrd="0" destOrd="0" presId="urn:microsoft.com/office/officeart/2008/layout/LinedList"/>
    <dgm:cxn modelId="{7EE3BC6A-B6D7-4D50-A622-DC4CA7DA97D6}" type="presParOf" srcId="{CA3703A7-3A99-445D-A1E1-DEC5851DD2F5}" destId="{4189F53E-0662-418E-AE0E-C9FB8644D8B8}" srcOrd="1" destOrd="0" presId="urn:microsoft.com/office/officeart/2008/layout/LinedList"/>
    <dgm:cxn modelId="{2651AA9B-152E-4F43-8A50-F53DE398014D}" type="presParOf" srcId="{CF2330DA-3A52-470D-9629-CCFC10CE925B}" destId="{17A245AF-0798-4BF1-92C0-818CB0E4E736}" srcOrd="6" destOrd="0" presId="urn:microsoft.com/office/officeart/2008/layout/LinedList"/>
    <dgm:cxn modelId="{DA9D6B3D-941F-4E92-83A6-C4BA93A21FA1}" type="presParOf" srcId="{CF2330DA-3A52-470D-9629-CCFC10CE925B}" destId="{2F061D22-A01D-4622-9A26-8729AD2DEE04}" srcOrd="7" destOrd="0" presId="urn:microsoft.com/office/officeart/2008/layout/LinedList"/>
    <dgm:cxn modelId="{E66BC7BF-7065-4940-A706-03EE495C7B71}" type="presParOf" srcId="{2F061D22-A01D-4622-9A26-8729AD2DEE04}" destId="{BEB67E0E-1618-4C5D-80A4-819D60AF1ED8}" srcOrd="0" destOrd="0" presId="urn:microsoft.com/office/officeart/2008/layout/LinedList"/>
    <dgm:cxn modelId="{07A421E3-6C06-4E20-866D-239CC8956D9C}" type="presParOf" srcId="{2F061D22-A01D-4622-9A26-8729AD2DEE04}" destId="{6FF71CD3-3C45-468B-B4F0-6973601F8828}" srcOrd="1" destOrd="0" presId="urn:microsoft.com/office/officeart/2008/layout/LinedList"/>
    <dgm:cxn modelId="{971A1E94-1FBD-4873-B830-9ED7BDC274DC}" type="presParOf" srcId="{CF2330DA-3A52-470D-9629-CCFC10CE925B}" destId="{633C7E5F-7B97-4337-9A89-3CF966AD537A}" srcOrd="8" destOrd="0" presId="urn:microsoft.com/office/officeart/2008/layout/LinedList"/>
    <dgm:cxn modelId="{619195E7-47CD-49BB-AC3A-80EF5D2795A7}" type="presParOf" srcId="{CF2330DA-3A52-470D-9629-CCFC10CE925B}" destId="{44656B9F-C177-42A1-A1E3-7F3FA3C844AF}" srcOrd="9" destOrd="0" presId="urn:microsoft.com/office/officeart/2008/layout/LinedList"/>
    <dgm:cxn modelId="{88F146B1-5E9D-4472-B044-E3DCFB68F1A6}" type="presParOf" srcId="{44656B9F-C177-42A1-A1E3-7F3FA3C844AF}" destId="{36CB4B25-EDC3-42B2-A541-7377D34A93D1}" srcOrd="0" destOrd="0" presId="urn:microsoft.com/office/officeart/2008/layout/LinedList"/>
    <dgm:cxn modelId="{0B4A4037-37AA-48A9-BA5C-2E3AE251B62E}" type="presParOf" srcId="{44656B9F-C177-42A1-A1E3-7F3FA3C844AF}" destId="{1F02F2E5-7D28-486D-83B3-B1AD0E0754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3153A7-7002-42F3-ACF1-BA8716942508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98C4D53-16C9-4AA6-92B1-258BD5F310C5}">
      <dgm:prSet/>
      <dgm:spPr/>
      <dgm:t>
        <a:bodyPr/>
        <a:lstStyle/>
        <a:p>
          <a:r>
            <a:rPr lang="en-US" b="1" dirty="0"/>
            <a:t>Photodiodes</a:t>
          </a:r>
        </a:p>
        <a:p>
          <a:r>
            <a:rPr lang="en-US" dirty="0"/>
            <a:t>(Fluoroscopy)</a:t>
          </a:r>
        </a:p>
      </dgm:t>
    </dgm:pt>
    <dgm:pt modelId="{25897FBC-A1E3-4981-9368-38A92F843D3E}" type="parTrans" cxnId="{5C6AFEBD-A738-4D1A-9DB0-1CEA2CA0D6F0}">
      <dgm:prSet/>
      <dgm:spPr/>
      <dgm:t>
        <a:bodyPr/>
        <a:lstStyle/>
        <a:p>
          <a:endParaRPr lang="en-US"/>
        </a:p>
      </dgm:t>
    </dgm:pt>
    <dgm:pt modelId="{52FB29B1-F21C-4255-8A11-7F541E5CD1A5}" type="sibTrans" cxnId="{5C6AFEBD-A738-4D1A-9DB0-1CEA2CA0D6F0}">
      <dgm:prSet/>
      <dgm:spPr/>
      <dgm:t>
        <a:bodyPr/>
        <a:lstStyle/>
        <a:p>
          <a:endParaRPr lang="en-US"/>
        </a:p>
      </dgm:t>
    </dgm:pt>
    <dgm:pt modelId="{E8E63122-CE3B-4FE0-BD5D-0FDA2B2ECB96}">
      <dgm:prSet/>
      <dgm:spPr/>
      <dgm:t>
        <a:bodyPr/>
        <a:lstStyle/>
        <a:p>
          <a:r>
            <a:rPr lang="en-US" b="1" dirty="0"/>
            <a:t>Liquid Nitrogen-Cooled Germanium</a:t>
          </a:r>
        </a:p>
        <a:p>
          <a:r>
            <a:rPr lang="en-US" dirty="0"/>
            <a:t>(Nuclear Medicine)</a:t>
          </a:r>
        </a:p>
      </dgm:t>
    </dgm:pt>
    <dgm:pt modelId="{4DC05C67-BCB7-4A05-B843-90BDF2630902}" type="parTrans" cxnId="{5F7DFC12-A14A-4675-B2ED-D98EFF36A9B1}">
      <dgm:prSet/>
      <dgm:spPr/>
      <dgm:t>
        <a:bodyPr/>
        <a:lstStyle/>
        <a:p>
          <a:endParaRPr lang="en-US"/>
        </a:p>
      </dgm:t>
    </dgm:pt>
    <dgm:pt modelId="{5256E613-05CD-46AD-B0EC-1162C62AD784}" type="sibTrans" cxnId="{5F7DFC12-A14A-4675-B2ED-D98EFF36A9B1}">
      <dgm:prSet/>
      <dgm:spPr/>
      <dgm:t>
        <a:bodyPr/>
        <a:lstStyle/>
        <a:p>
          <a:endParaRPr lang="en-US"/>
        </a:p>
      </dgm:t>
    </dgm:pt>
    <dgm:pt modelId="{0B2B7E99-501F-461B-B847-B3A2F22E754E}">
      <dgm:prSet/>
      <dgm:spPr/>
      <dgm:t>
        <a:bodyPr/>
        <a:lstStyle/>
        <a:p>
          <a:r>
            <a:rPr lang="en-US" b="1" dirty="0"/>
            <a:t>Cadmium Zinc Telluride [CZT]</a:t>
          </a:r>
        </a:p>
        <a:p>
          <a:r>
            <a:rPr lang="en-US" dirty="0"/>
            <a:t>(Nuclear Medicine)</a:t>
          </a:r>
        </a:p>
      </dgm:t>
    </dgm:pt>
    <dgm:pt modelId="{498FC8D0-2B8D-471A-82CD-F532D6D0F3AF}" type="parTrans" cxnId="{39B6513A-D925-4FF8-8F32-1BBA253F0EC8}">
      <dgm:prSet/>
      <dgm:spPr/>
      <dgm:t>
        <a:bodyPr/>
        <a:lstStyle/>
        <a:p>
          <a:endParaRPr lang="en-US"/>
        </a:p>
      </dgm:t>
    </dgm:pt>
    <dgm:pt modelId="{143406F8-F7B0-4B51-BF9A-63A0D94F2CD5}" type="sibTrans" cxnId="{39B6513A-D925-4FF8-8F32-1BBA253F0EC8}">
      <dgm:prSet/>
      <dgm:spPr/>
      <dgm:t>
        <a:bodyPr/>
        <a:lstStyle/>
        <a:p>
          <a:endParaRPr lang="en-US"/>
        </a:p>
      </dgm:t>
    </dgm:pt>
    <dgm:pt modelId="{C3162177-71D8-4429-92DC-7AB3736D313A}">
      <dgm:prSet/>
      <dgm:spPr/>
      <dgm:t>
        <a:bodyPr/>
        <a:lstStyle/>
        <a:p>
          <a:r>
            <a:rPr lang="en-US" b="1" dirty="0"/>
            <a:t>Flat Panel Displays </a:t>
          </a:r>
        </a:p>
        <a:p>
          <a:r>
            <a:rPr lang="en-US" dirty="0"/>
            <a:t>(Mammography, some Radiology?)</a:t>
          </a:r>
        </a:p>
      </dgm:t>
    </dgm:pt>
    <dgm:pt modelId="{12FBCC1C-55DD-4C81-8A02-EE696A171FDE}" type="parTrans" cxnId="{AC13F6A4-0134-4CEC-B0A4-34EF7F08D05B}">
      <dgm:prSet/>
      <dgm:spPr/>
      <dgm:t>
        <a:bodyPr/>
        <a:lstStyle/>
        <a:p>
          <a:endParaRPr lang="en-US"/>
        </a:p>
      </dgm:t>
    </dgm:pt>
    <dgm:pt modelId="{C9A736D1-FE2A-444C-B124-A0201AFC0CC3}" type="sibTrans" cxnId="{AC13F6A4-0134-4CEC-B0A4-34EF7F08D05B}">
      <dgm:prSet/>
      <dgm:spPr/>
      <dgm:t>
        <a:bodyPr/>
        <a:lstStyle/>
        <a:p>
          <a:endParaRPr lang="en-US"/>
        </a:p>
      </dgm:t>
    </dgm:pt>
    <dgm:pt modelId="{C7DBB879-D043-44EC-BADE-015BF4413464}">
      <dgm:prSet/>
      <dgm:spPr/>
      <dgm:t>
        <a:bodyPr/>
        <a:lstStyle/>
        <a:p>
          <a:r>
            <a:rPr lang="en-US" b="1" dirty="0"/>
            <a:t>Diodes and MOSFETs</a:t>
          </a:r>
        </a:p>
        <a:p>
          <a:r>
            <a:rPr lang="en-US" dirty="0"/>
            <a:t>(Therapy)</a:t>
          </a:r>
        </a:p>
      </dgm:t>
    </dgm:pt>
    <dgm:pt modelId="{AAF06AAA-2F66-428E-A46D-9329399DAC47}" type="parTrans" cxnId="{1AB8F86B-A079-49A7-8F42-E0D07B5541B7}">
      <dgm:prSet/>
      <dgm:spPr/>
      <dgm:t>
        <a:bodyPr/>
        <a:lstStyle/>
        <a:p>
          <a:endParaRPr lang="en-US"/>
        </a:p>
      </dgm:t>
    </dgm:pt>
    <dgm:pt modelId="{CD29AC44-DEC3-41B7-8A5C-9C8E9A123CCE}" type="sibTrans" cxnId="{1AB8F86B-A079-49A7-8F42-E0D07B5541B7}">
      <dgm:prSet/>
      <dgm:spPr/>
      <dgm:t>
        <a:bodyPr/>
        <a:lstStyle/>
        <a:p>
          <a:endParaRPr lang="en-US"/>
        </a:p>
      </dgm:t>
    </dgm:pt>
    <dgm:pt modelId="{FCEE3283-EC23-4389-80A3-534BFCA1325C}" type="pres">
      <dgm:prSet presAssocID="{2B3153A7-7002-42F3-ACF1-BA8716942508}" presName="linear" presStyleCnt="0">
        <dgm:presLayoutVars>
          <dgm:animLvl val="lvl"/>
          <dgm:resizeHandles val="exact"/>
        </dgm:presLayoutVars>
      </dgm:prSet>
      <dgm:spPr/>
    </dgm:pt>
    <dgm:pt modelId="{ACBC1994-7611-45F0-9CE2-5F28A773426F}" type="pres">
      <dgm:prSet presAssocID="{B98C4D53-16C9-4AA6-92B1-258BD5F310C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F04679C-E101-4781-A2AE-6E7DD07B3F68}" type="pres">
      <dgm:prSet presAssocID="{52FB29B1-F21C-4255-8A11-7F541E5CD1A5}" presName="spacer" presStyleCnt="0"/>
      <dgm:spPr/>
    </dgm:pt>
    <dgm:pt modelId="{8D072F01-3103-48D2-A8B8-5419D00F6A3D}" type="pres">
      <dgm:prSet presAssocID="{E8E63122-CE3B-4FE0-BD5D-0FDA2B2ECB9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33C17B-6192-4A02-8FB9-ADC9777191B6}" type="pres">
      <dgm:prSet presAssocID="{5256E613-05CD-46AD-B0EC-1162C62AD784}" presName="spacer" presStyleCnt="0"/>
      <dgm:spPr/>
    </dgm:pt>
    <dgm:pt modelId="{84BB0F53-40F9-42C8-AE4B-951B37C3DA06}" type="pres">
      <dgm:prSet presAssocID="{0B2B7E99-501F-461B-B847-B3A2F22E754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FBD2A60-B863-4236-BFF5-254F83359295}" type="pres">
      <dgm:prSet presAssocID="{143406F8-F7B0-4B51-BF9A-63A0D94F2CD5}" presName="spacer" presStyleCnt="0"/>
      <dgm:spPr/>
    </dgm:pt>
    <dgm:pt modelId="{78C24A28-1BB7-42D5-AE33-A595A645FA45}" type="pres">
      <dgm:prSet presAssocID="{C3162177-71D8-4429-92DC-7AB3736D31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56C9D90-CB3C-48F4-BE88-0747C24D1E01}" type="pres">
      <dgm:prSet presAssocID="{C9A736D1-FE2A-444C-B124-A0201AFC0CC3}" presName="spacer" presStyleCnt="0"/>
      <dgm:spPr/>
    </dgm:pt>
    <dgm:pt modelId="{9CA00210-9E30-4F92-91B1-854B0C102B65}" type="pres">
      <dgm:prSet presAssocID="{C7DBB879-D043-44EC-BADE-015BF441346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F7DFC12-A14A-4675-B2ED-D98EFF36A9B1}" srcId="{2B3153A7-7002-42F3-ACF1-BA8716942508}" destId="{E8E63122-CE3B-4FE0-BD5D-0FDA2B2ECB96}" srcOrd="1" destOrd="0" parTransId="{4DC05C67-BCB7-4A05-B843-90BDF2630902}" sibTransId="{5256E613-05CD-46AD-B0EC-1162C62AD784}"/>
    <dgm:cxn modelId="{D9C8951E-4852-443A-A8D6-E25757D2BB20}" type="presOf" srcId="{2B3153A7-7002-42F3-ACF1-BA8716942508}" destId="{FCEE3283-EC23-4389-80A3-534BFCA1325C}" srcOrd="0" destOrd="0" presId="urn:microsoft.com/office/officeart/2005/8/layout/vList2"/>
    <dgm:cxn modelId="{D8F20336-413F-40B2-9D7A-20259762D5EE}" type="presOf" srcId="{0B2B7E99-501F-461B-B847-B3A2F22E754E}" destId="{84BB0F53-40F9-42C8-AE4B-951B37C3DA06}" srcOrd="0" destOrd="0" presId="urn:microsoft.com/office/officeart/2005/8/layout/vList2"/>
    <dgm:cxn modelId="{39B6513A-D925-4FF8-8F32-1BBA253F0EC8}" srcId="{2B3153A7-7002-42F3-ACF1-BA8716942508}" destId="{0B2B7E99-501F-461B-B847-B3A2F22E754E}" srcOrd="2" destOrd="0" parTransId="{498FC8D0-2B8D-471A-82CD-F532D6D0F3AF}" sibTransId="{143406F8-F7B0-4B51-BF9A-63A0D94F2CD5}"/>
    <dgm:cxn modelId="{4375F448-ABB4-4D02-9795-B8226A1EE0A1}" type="presOf" srcId="{B98C4D53-16C9-4AA6-92B1-258BD5F310C5}" destId="{ACBC1994-7611-45F0-9CE2-5F28A773426F}" srcOrd="0" destOrd="0" presId="urn:microsoft.com/office/officeart/2005/8/layout/vList2"/>
    <dgm:cxn modelId="{1AB8F86B-A079-49A7-8F42-E0D07B5541B7}" srcId="{2B3153A7-7002-42F3-ACF1-BA8716942508}" destId="{C7DBB879-D043-44EC-BADE-015BF4413464}" srcOrd="4" destOrd="0" parTransId="{AAF06AAA-2F66-428E-A46D-9329399DAC47}" sibTransId="{CD29AC44-DEC3-41B7-8A5C-9C8E9A123CCE}"/>
    <dgm:cxn modelId="{AC13F6A4-0134-4CEC-B0A4-34EF7F08D05B}" srcId="{2B3153A7-7002-42F3-ACF1-BA8716942508}" destId="{C3162177-71D8-4429-92DC-7AB3736D313A}" srcOrd="3" destOrd="0" parTransId="{12FBCC1C-55DD-4C81-8A02-EE696A171FDE}" sibTransId="{C9A736D1-FE2A-444C-B124-A0201AFC0CC3}"/>
    <dgm:cxn modelId="{1B892DB0-878B-48BF-93A0-B9B9A6A9B19B}" type="presOf" srcId="{E8E63122-CE3B-4FE0-BD5D-0FDA2B2ECB96}" destId="{8D072F01-3103-48D2-A8B8-5419D00F6A3D}" srcOrd="0" destOrd="0" presId="urn:microsoft.com/office/officeart/2005/8/layout/vList2"/>
    <dgm:cxn modelId="{36B0FEB1-2EE8-4735-B654-BB3E65F5604B}" type="presOf" srcId="{C7DBB879-D043-44EC-BADE-015BF4413464}" destId="{9CA00210-9E30-4F92-91B1-854B0C102B65}" srcOrd="0" destOrd="0" presId="urn:microsoft.com/office/officeart/2005/8/layout/vList2"/>
    <dgm:cxn modelId="{5C6AFEBD-A738-4D1A-9DB0-1CEA2CA0D6F0}" srcId="{2B3153A7-7002-42F3-ACF1-BA8716942508}" destId="{B98C4D53-16C9-4AA6-92B1-258BD5F310C5}" srcOrd="0" destOrd="0" parTransId="{25897FBC-A1E3-4981-9368-38A92F843D3E}" sibTransId="{52FB29B1-F21C-4255-8A11-7F541E5CD1A5}"/>
    <dgm:cxn modelId="{DAFCD1F4-0B00-4EB9-8AB2-CE6FE0CA4F80}" type="presOf" srcId="{C3162177-71D8-4429-92DC-7AB3736D313A}" destId="{78C24A28-1BB7-42D5-AE33-A595A645FA45}" srcOrd="0" destOrd="0" presId="urn:microsoft.com/office/officeart/2005/8/layout/vList2"/>
    <dgm:cxn modelId="{9A97944C-1D46-4045-8F87-3FE3EA98739F}" type="presParOf" srcId="{FCEE3283-EC23-4389-80A3-534BFCA1325C}" destId="{ACBC1994-7611-45F0-9CE2-5F28A773426F}" srcOrd="0" destOrd="0" presId="urn:microsoft.com/office/officeart/2005/8/layout/vList2"/>
    <dgm:cxn modelId="{4A7FF61F-25FB-466D-BBCB-8809E73CCBF8}" type="presParOf" srcId="{FCEE3283-EC23-4389-80A3-534BFCA1325C}" destId="{7F04679C-E101-4781-A2AE-6E7DD07B3F68}" srcOrd="1" destOrd="0" presId="urn:microsoft.com/office/officeart/2005/8/layout/vList2"/>
    <dgm:cxn modelId="{BD52C600-5E6B-4B50-A21B-93091DA5BB22}" type="presParOf" srcId="{FCEE3283-EC23-4389-80A3-534BFCA1325C}" destId="{8D072F01-3103-48D2-A8B8-5419D00F6A3D}" srcOrd="2" destOrd="0" presId="urn:microsoft.com/office/officeart/2005/8/layout/vList2"/>
    <dgm:cxn modelId="{40558A69-4F73-4DD2-B8C5-6347EF4098E2}" type="presParOf" srcId="{FCEE3283-EC23-4389-80A3-534BFCA1325C}" destId="{1633C17B-6192-4A02-8FB9-ADC9777191B6}" srcOrd="3" destOrd="0" presId="urn:microsoft.com/office/officeart/2005/8/layout/vList2"/>
    <dgm:cxn modelId="{84531177-F891-4781-9FE8-1EF881B792E7}" type="presParOf" srcId="{FCEE3283-EC23-4389-80A3-534BFCA1325C}" destId="{84BB0F53-40F9-42C8-AE4B-951B37C3DA06}" srcOrd="4" destOrd="0" presId="urn:microsoft.com/office/officeart/2005/8/layout/vList2"/>
    <dgm:cxn modelId="{ED53409E-5F1F-420A-8C45-D42F0C9CE586}" type="presParOf" srcId="{FCEE3283-EC23-4389-80A3-534BFCA1325C}" destId="{EFBD2A60-B863-4236-BFF5-254F83359295}" srcOrd="5" destOrd="0" presId="urn:microsoft.com/office/officeart/2005/8/layout/vList2"/>
    <dgm:cxn modelId="{7F7A5217-CE51-4C2B-9ADE-41CA19F6BB67}" type="presParOf" srcId="{FCEE3283-EC23-4389-80A3-534BFCA1325C}" destId="{78C24A28-1BB7-42D5-AE33-A595A645FA45}" srcOrd="6" destOrd="0" presId="urn:microsoft.com/office/officeart/2005/8/layout/vList2"/>
    <dgm:cxn modelId="{410A904F-1951-423B-A275-357AA96318C5}" type="presParOf" srcId="{FCEE3283-EC23-4389-80A3-534BFCA1325C}" destId="{C56C9D90-CB3C-48F4-BE88-0747C24D1E01}" srcOrd="7" destOrd="0" presId="urn:microsoft.com/office/officeart/2005/8/layout/vList2"/>
    <dgm:cxn modelId="{2F5D4DA5-AB03-4F84-9276-E3B9F93CFDF5}" type="presParOf" srcId="{FCEE3283-EC23-4389-80A3-534BFCA1325C}" destId="{9CA00210-9E30-4F92-91B1-854B0C102B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241E25-6421-4C91-A203-ED06C1F2CF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E6E9E5-38FC-45E5-A297-58DC2595B4BD}">
      <dgm:prSet/>
      <dgm:spPr/>
      <dgm:t>
        <a:bodyPr/>
        <a:lstStyle/>
        <a:p>
          <a:r>
            <a:rPr lang="en-US"/>
            <a:t>Ubiquitous and cheap</a:t>
          </a:r>
        </a:p>
      </dgm:t>
    </dgm:pt>
    <dgm:pt modelId="{6A2BC96F-FFFE-48DC-8FF7-AE9F3C91D02B}" type="parTrans" cxnId="{BD4F48A2-1011-49C0-A561-E0DA4CF99786}">
      <dgm:prSet/>
      <dgm:spPr/>
      <dgm:t>
        <a:bodyPr/>
        <a:lstStyle/>
        <a:p>
          <a:endParaRPr lang="en-US"/>
        </a:p>
      </dgm:t>
    </dgm:pt>
    <dgm:pt modelId="{C5A12957-DB81-4A3F-BAEA-2CA00CDBE847}" type="sibTrans" cxnId="{BD4F48A2-1011-49C0-A561-E0DA4CF99786}">
      <dgm:prSet/>
      <dgm:spPr/>
      <dgm:t>
        <a:bodyPr/>
        <a:lstStyle/>
        <a:p>
          <a:endParaRPr lang="en-US"/>
        </a:p>
      </dgm:t>
    </dgm:pt>
    <dgm:pt modelId="{EBBEBEAE-9351-435F-8C75-17E6EC11FDC6}">
      <dgm:prSet/>
      <dgm:spPr/>
      <dgm:t>
        <a:bodyPr/>
        <a:lstStyle/>
        <a:p>
          <a:r>
            <a:rPr lang="en-US"/>
            <a:t>Converts visible light into electrical signals</a:t>
          </a:r>
        </a:p>
      </dgm:t>
    </dgm:pt>
    <dgm:pt modelId="{417CF27F-748D-47AE-B2EB-A4C171E07DC1}" type="parTrans" cxnId="{3F1A8244-F4B9-4261-97FF-6102F08B0E83}">
      <dgm:prSet/>
      <dgm:spPr/>
      <dgm:t>
        <a:bodyPr/>
        <a:lstStyle/>
        <a:p>
          <a:endParaRPr lang="en-US"/>
        </a:p>
      </dgm:t>
    </dgm:pt>
    <dgm:pt modelId="{B6F098E8-8B01-428A-B31E-6D7A41B012D6}" type="sibTrans" cxnId="{3F1A8244-F4B9-4261-97FF-6102F08B0E83}">
      <dgm:prSet/>
      <dgm:spPr/>
      <dgm:t>
        <a:bodyPr/>
        <a:lstStyle/>
        <a:p>
          <a:endParaRPr lang="en-US"/>
        </a:p>
      </dgm:t>
    </dgm:pt>
    <dgm:pt modelId="{DA730613-BEFE-4965-BE98-814FF96D60B6}">
      <dgm:prSet/>
      <dgm:spPr/>
      <dgm:t>
        <a:bodyPr/>
        <a:lstStyle/>
        <a:p>
          <a:r>
            <a:rPr lang="en-US"/>
            <a:t>DOES NOT DETECT RADIATION</a:t>
          </a:r>
        </a:p>
      </dgm:t>
    </dgm:pt>
    <dgm:pt modelId="{9F62BC1F-AD0F-45CC-8D78-5B9F5D702331}" type="parTrans" cxnId="{5F760E46-E96C-4080-A4C5-06C1728ACA17}">
      <dgm:prSet/>
      <dgm:spPr/>
      <dgm:t>
        <a:bodyPr/>
        <a:lstStyle/>
        <a:p>
          <a:endParaRPr lang="en-US"/>
        </a:p>
      </dgm:t>
    </dgm:pt>
    <dgm:pt modelId="{1A1838D5-0B67-422D-914B-42603D740E45}" type="sibTrans" cxnId="{5F760E46-E96C-4080-A4C5-06C1728ACA17}">
      <dgm:prSet/>
      <dgm:spPr/>
      <dgm:t>
        <a:bodyPr/>
        <a:lstStyle/>
        <a:p>
          <a:endParaRPr lang="en-US"/>
        </a:p>
      </dgm:t>
    </dgm:pt>
    <dgm:pt modelId="{2509A9E6-F19C-4EB6-8840-FDFF5EBD3B1A}">
      <dgm:prSet/>
      <dgm:spPr/>
      <dgm:t>
        <a:bodyPr/>
        <a:lstStyle/>
        <a:p>
          <a:r>
            <a:rPr lang="en-US"/>
            <a:t>Used in scintillators to convert scintillated light into a digital signal</a:t>
          </a:r>
        </a:p>
      </dgm:t>
    </dgm:pt>
    <dgm:pt modelId="{2BE458B1-4469-467B-B0E3-89003CB4A82B}" type="parTrans" cxnId="{EDAD3E24-239F-45F8-8A3E-D2EAF96F7762}">
      <dgm:prSet/>
      <dgm:spPr/>
      <dgm:t>
        <a:bodyPr/>
        <a:lstStyle/>
        <a:p>
          <a:endParaRPr lang="en-US"/>
        </a:p>
      </dgm:t>
    </dgm:pt>
    <dgm:pt modelId="{2A909FB0-87A7-4CC6-9D15-28A6CEC8FB9B}" type="sibTrans" cxnId="{EDAD3E24-239F-45F8-8A3E-D2EAF96F7762}">
      <dgm:prSet/>
      <dgm:spPr/>
      <dgm:t>
        <a:bodyPr/>
        <a:lstStyle/>
        <a:p>
          <a:endParaRPr lang="en-US"/>
        </a:p>
      </dgm:t>
    </dgm:pt>
    <dgm:pt modelId="{20233484-CACF-492D-83BA-40089E280CD1}" type="pres">
      <dgm:prSet presAssocID="{A8241E25-6421-4C91-A203-ED06C1F2CF7C}" presName="root" presStyleCnt="0">
        <dgm:presLayoutVars>
          <dgm:dir/>
          <dgm:resizeHandles val="exact"/>
        </dgm:presLayoutVars>
      </dgm:prSet>
      <dgm:spPr/>
    </dgm:pt>
    <dgm:pt modelId="{8E23165A-1945-4E77-9B3B-11925560B4C5}" type="pres">
      <dgm:prSet presAssocID="{12E6E9E5-38FC-45E5-A297-58DC2595B4BD}" presName="compNode" presStyleCnt="0"/>
      <dgm:spPr/>
    </dgm:pt>
    <dgm:pt modelId="{D7F3FF3B-4A49-4616-9E15-8A7A807BCA6A}" type="pres">
      <dgm:prSet presAssocID="{12E6E9E5-38FC-45E5-A297-58DC2595B4BD}" presName="bgRect" presStyleLbl="bgShp" presStyleIdx="0" presStyleCnt="4"/>
      <dgm:spPr/>
    </dgm:pt>
    <dgm:pt modelId="{10EFAA3D-5D86-4701-A604-FC3E9E1C2C55}" type="pres">
      <dgm:prSet presAssocID="{12E6E9E5-38FC-45E5-A297-58DC2595B4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65AB1A8-B787-4AB5-B232-5CD40159FF43}" type="pres">
      <dgm:prSet presAssocID="{12E6E9E5-38FC-45E5-A297-58DC2595B4BD}" presName="spaceRect" presStyleCnt="0"/>
      <dgm:spPr/>
    </dgm:pt>
    <dgm:pt modelId="{6A2234E7-AEB8-484A-9CF8-0CB67CC8B855}" type="pres">
      <dgm:prSet presAssocID="{12E6E9E5-38FC-45E5-A297-58DC2595B4BD}" presName="parTx" presStyleLbl="revTx" presStyleIdx="0" presStyleCnt="4">
        <dgm:presLayoutVars>
          <dgm:chMax val="0"/>
          <dgm:chPref val="0"/>
        </dgm:presLayoutVars>
      </dgm:prSet>
      <dgm:spPr/>
    </dgm:pt>
    <dgm:pt modelId="{84268491-DF96-45C5-8D79-F47851A64BDF}" type="pres">
      <dgm:prSet presAssocID="{C5A12957-DB81-4A3F-BAEA-2CA00CDBE847}" presName="sibTrans" presStyleCnt="0"/>
      <dgm:spPr/>
    </dgm:pt>
    <dgm:pt modelId="{E5F054B5-921F-436A-BD07-4E119C6D156A}" type="pres">
      <dgm:prSet presAssocID="{EBBEBEAE-9351-435F-8C75-17E6EC11FDC6}" presName="compNode" presStyleCnt="0"/>
      <dgm:spPr/>
    </dgm:pt>
    <dgm:pt modelId="{325FF710-D049-4CAB-9297-31C1D0659029}" type="pres">
      <dgm:prSet presAssocID="{EBBEBEAE-9351-435F-8C75-17E6EC11FDC6}" presName="bgRect" presStyleLbl="bgShp" presStyleIdx="1" presStyleCnt="4"/>
      <dgm:spPr/>
    </dgm:pt>
    <dgm:pt modelId="{09FF938E-5D1C-40AA-9D70-5A06922AF0B1}" type="pres">
      <dgm:prSet presAssocID="{EBBEBEAE-9351-435F-8C75-17E6EC11FDC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71FAC9F-D383-4CA4-86A4-436DA28D74FF}" type="pres">
      <dgm:prSet presAssocID="{EBBEBEAE-9351-435F-8C75-17E6EC11FDC6}" presName="spaceRect" presStyleCnt="0"/>
      <dgm:spPr/>
    </dgm:pt>
    <dgm:pt modelId="{0D292C6D-2696-4A13-8E27-159206B42741}" type="pres">
      <dgm:prSet presAssocID="{EBBEBEAE-9351-435F-8C75-17E6EC11FDC6}" presName="parTx" presStyleLbl="revTx" presStyleIdx="1" presStyleCnt="4">
        <dgm:presLayoutVars>
          <dgm:chMax val="0"/>
          <dgm:chPref val="0"/>
        </dgm:presLayoutVars>
      </dgm:prSet>
      <dgm:spPr/>
    </dgm:pt>
    <dgm:pt modelId="{03C7AEE8-CEB6-49AA-BE87-E2A8913F5294}" type="pres">
      <dgm:prSet presAssocID="{B6F098E8-8B01-428A-B31E-6D7A41B012D6}" presName="sibTrans" presStyleCnt="0"/>
      <dgm:spPr/>
    </dgm:pt>
    <dgm:pt modelId="{6839E056-D8A0-46D8-9265-10947DA46244}" type="pres">
      <dgm:prSet presAssocID="{DA730613-BEFE-4965-BE98-814FF96D60B6}" presName="compNode" presStyleCnt="0"/>
      <dgm:spPr/>
    </dgm:pt>
    <dgm:pt modelId="{068B7DB5-6D74-429C-AB5A-33700B775EF5}" type="pres">
      <dgm:prSet presAssocID="{DA730613-BEFE-4965-BE98-814FF96D60B6}" presName="bgRect" presStyleLbl="bgShp" presStyleIdx="2" presStyleCnt="4"/>
      <dgm:spPr/>
    </dgm:pt>
    <dgm:pt modelId="{22A17E72-240C-4851-85D7-BCABE8F828AE}" type="pres">
      <dgm:prSet presAssocID="{DA730613-BEFE-4965-BE98-814FF96D60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5EA73229-4E1A-40D9-A0F4-6B4614F23679}" type="pres">
      <dgm:prSet presAssocID="{DA730613-BEFE-4965-BE98-814FF96D60B6}" presName="spaceRect" presStyleCnt="0"/>
      <dgm:spPr/>
    </dgm:pt>
    <dgm:pt modelId="{4E395253-FD90-4B35-9D23-CE65B9A95D23}" type="pres">
      <dgm:prSet presAssocID="{DA730613-BEFE-4965-BE98-814FF96D60B6}" presName="parTx" presStyleLbl="revTx" presStyleIdx="2" presStyleCnt="4">
        <dgm:presLayoutVars>
          <dgm:chMax val="0"/>
          <dgm:chPref val="0"/>
        </dgm:presLayoutVars>
      </dgm:prSet>
      <dgm:spPr/>
    </dgm:pt>
    <dgm:pt modelId="{FCC9711C-A83B-4D52-9FA6-951EA8B01B3F}" type="pres">
      <dgm:prSet presAssocID="{1A1838D5-0B67-422D-914B-42603D740E45}" presName="sibTrans" presStyleCnt="0"/>
      <dgm:spPr/>
    </dgm:pt>
    <dgm:pt modelId="{EF50A9AC-A2AF-4B8B-B2E6-104FC327DDF3}" type="pres">
      <dgm:prSet presAssocID="{2509A9E6-F19C-4EB6-8840-FDFF5EBD3B1A}" presName="compNode" presStyleCnt="0"/>
      <dgm:spPr/>
    </dgm:pt>
    <dgm:pt modelId="{F3FB92A0-A4DC-42BE-84B1-183787ED8719}" type="pres">
      <dgm:prSet presAssocID="{2509A9E6-F19C-4EB6-8840-FDFF5EBD3B1A}" presName="bgRect" presStyleLbl="bgShp" presStyleIdx="3" presStyleCnt="4"/>
      <dgm:spPr/>
    </dgm:pt>
    <dgm:pt modelId="{318EA62E-B80A-4D00-81EC-7487500445C8}" type="pres">
      <dgm:prSet presAssocID="{2509A9E6-F19C-4EB6-8840-FDFF5EBD3B1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589C3D16-FC6D-4E01-8D44-D8D71F9FF1FD}" type="pres">
      <dgm:prSet presAssocID="{2509A9E6-F19C-4EB6-8840-FDFF5EBD3B1A}" presName="spaceRect" presStyleCnt="0"/>
      <dgm:spPr/>
    </dgm:pt>
    <dgm:pt modelId="{B03A4B35-1B33-4A37-8DDF-C9A2A793C6ED}" type="pres">
      <dgm:prSet presAssocID="{2509A9E6-F19C-4EB6-8840-FDFF5EBD3B1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C694009-C261-44B5-8A68-28762D6078BC}" type="presOf" srcId="{EBBEBEAE-9351-435F-8C75-17E6EC11FDC6}" destId="{0D292C6D-2696-4A13-8E27-159206B42741}" srcOrd="0" destOrd="0" presId="urn:microsoft.com/office/officeart/2018/2/layout/IconVerticalSolidList"/>
    <dgm:cxn modelId="{EDAD3E24-239F-45F8-8A3E-D2EAF96F7762}" srcId="{A8241E25-6421-4C91-A203-ED06C1F2CF7C}" destId="{2509A9E6-F19C-4EB6-8840-FDFF5EBD3B1A}" srcOrd="3" destOrd="0" parTransId="{2BE458B1-4469-467B-B0E3-89003CB4A82B}" sibTransId="{2A909FB0-87A7-4CC6-9D15-28A6CEC8FB9B}"/>
    <dgm:cxn modelId="{CD0B3B39-B604-422A-B77D-5E95A29B88AA}" type="presOf" srcId="{2509A9E6-F19C-4EB6-8840-FDFF5EBD3B1A}" destId="{B03A4B35-1B33-4A37-8DDF-C9A2A793C6ED}" srcOrd="0" destOrd="0" presId="urn:microsoft.com/office/officeart/2018/2/layout/IconVerticalSolidList"/>
    <dgm:cxn modelId="{3F1A8244-F4B9-4261-97FF-6102F08B0E83}" srcId="{A8241E25-6421-4C91-A203-ED06C1F2CF7C}" destId="{EBBEBEAE-9351-435F-8C75-17E6EC11FDC6}" srcOrd="1" destOrd="0" parTransId="{417CF27F-748D-47AE-B2EB-A4C171E07DC1}" sibTransId="{B6F098E8-8B01-428A-B31E-6D7A41B012D6}"/>
    <dgm:cxn modelId="{5F760E46-E96C-4080-A4C5-06C1728ACA17}" srcId="{A8241E25-6421-4C91-A203-ED06C1F2CF7C}" destId="{DA730613-BEFE-4965-BE98-814FF96D60B6}" srcOrd="2" destOrd="0" parTransId="{9F62BC1F-AD0F-45CC-8D78-5B9F5D702331}" sibTransId="{1A1838D5-0B67-422D-914B-42603D740E45}"/>
    <dgm:cxn modelId="{42D5BB88-9051-417D-80F1-C38E57B40498}" type="presOf" srcId="{DA730613-BEFE-4965-BE98-814FF96D60B6}" destId="{4E395253-FD90-4B35-9D23-CE65B9A95D23}" srcOrd="0" destOrd="0" presId="urn:microsoft.com/office/officeart/2018/2/layout/IconVerticalSolidList"/>
    <dgm:cxn modelId="{BD4F48A2-1011-49C0-A561-E0DA4CF99786}" srcId="{A8241E25-6421-4C91-A203-ED06C1F2CF7C}" destId="{12E6E9E5-38FC-45E5-A297-58DC2595B4BD}" srcOrd="0" destOrd="0" parTransId="{6A2BC96F-FFFE-48DC-8FF7-AE9F3C91D02B}" sibTransId="{C5A12957-DB81-4A3F-BAEA-2CA00CDBE847}"/>
    <dgm:cxn modelId="{A2934DAB-23C1-41D5-BBC2-73DC34FB31B3}" type="presOf" srcId="{12E6E9E5-38FC-45E5-A297-58DC2595B4BD}" destId="{6A2234E7-AEB8-484A-9CF8-0CB67CC8B855}" srcOrd="0" destOrd="0" presId="urn:microsoft.com/office/officeart/2018/2/layout/IconVerticalSolidList"/>
    <dgm:cxn modelId="{5CD761FC-666F-453B-AED8-F51C736361ED}" type="presOf" srcId="{A8241E25-6421-4C91-A203-ED06C1F2CF7C}" destId="{20233484-CACF-492D-83BA-40089E280CD1}" srcOrd="0" destOrd="0" presId="urn:microsoft.com/office/officeart/2018/2/layout/IconVerticalSolidList"/>
    <dgm:cxn modelId="{4F667186-4225-4785-AA8C-0E941FA9BBB2}" type="presParOf" srcId="{20233484-CACF-492D-83BA-40089E280CD1}" destId="{8E23165A-1945-4E77-9B3B-11925560B4C5}" srcOrd="0" destOrd="0" presId="urn:microsoft.com/office/officeart/2018/2/layout/IconVerticalSolidList"/>
    <dgm:cxn modelId="{C3867190-EBB5-45E7-90C8-78B9283E5360}" type="presParOf" srcId="{8E23165A-1945-4E77-9B3B-11925560B4C5}" destId="{D7F3FF3B-4A49-4616-9E15-8A7A807BCA6A}" srcOrd="0" destOrd="0" presId="urn:microsoft.com/office/officeart/2018/2/layout/IconVerticalSolidList"/>
    <dgm:cxn modelId="{43672639-2EA7-47F4-BD5C-0CFC267B53D6}" type="presParOf" srcId="{8E23165A-1945-4E77-9B3B-11925560B4C5}" destId="{10EFAA3D-5D86-4701-A604-FC3E9E1C2C55}" srcOrd="1" destOrd="0" presId="urn:microsoft.com/office/officeart/2018/2/layout/IconVerticalSolidList"/>
    <dgm:cxn modelId="{09502C98-C08C-4CD8-AED7-9ED6CAEA38EF}" type="presParOf" srcId="{8E23165A-1945-4E77-9B3B-11925560B4C5}" destId="{165AB1A8-B787-4AB5-B232-5CD40159FF43}" srcOrd="2" destOrd="0" presId="urn:microsoft.com/office/officeart/2018/2/layout/IconVerticalSolidList"/>
    <dgm:cxn modelId="{B64DC27C-7343-46A5-8869-085C96728D2F}" type="presParOf" srcId="{8E23165A-1945-4E77-9B3B-11925560B4C5}" destId="{6A2234E7-AEB8-484A-9CF8-0CB67CC8B855}" srcOrd="3" destOrd="0" presId="urn:microsoft.com/office/officeart/2018/2/layout/IconVerticalSolidList"/>
    <dgm:cxn modelId="{09FBCF19-5098-421E-B2BF-D5774769EDEB}" type="presParOf" srcId="{20233484-CACF-492D-83BA-40089E280CD1}" destId="{84268491-DF96-45C5-8D79-F47851A64BDF}" srcOrd="1" destOrd="0" presId="urn:microsoft.com/office/officeart/2018/2/layout/IconVerticalSolidList"/>
    <dgm:cxn modelId="{1DCDBC1F-7449-403E-A2D9-6B3A5290015B}" type="presParOf" srcId="{20233484-CACF-492D-83BA-40089E280CD1}" destId="{E5F054B5-921F-436A-BD07-4E119C6D156A}" srcOrd="2" destOrd="0" presId="urn:microsoft.com/office/officeart/2018/2/layout/IconVerticalSolidList"/>
    <dgm:cxn modelId="{AE644611-F109-499A-872C-5792C8964921}" type="presParOf" srcId="{E5F054B5-921F-436A-BD07-4E119C6D156A}" destId="{325FF710-D049-4CAB-9297-31C1D0659029}" srcOrd="0" destOrd="0" presId="urn:microsoft.com/office/officeart/2018/2/layout/IconVerticalSolidList"/>
    <dgm:cxn modelId="{87FBBEDD-BFA6-44E9-ABA7-305454C33A91}" type="presParOf" srcId="{E5F054B5-921F-436A-BD07-4E119C6D156A}" destId="{09FF938E-5D1C-40AA-9D70-5A06922AF0B1}" srcOrd="1" destOrd="0" presId="urn:microsoft.com/office/officeart/2018/2/layout/IconVerticalSolidList"/>
    <dgm:cxn modelId="{5F98F42C-D12B-49A2-ADE8-7750118DA533}" type="presParOf" srcId="{E5F054B5-921F-436A-BD07-4E119C6D156A}" destId="{271FAC9F-D383-4CA4-86A4-436DA28D74FF}" srcOrd="2" destOrd="0" presId="urn:microsoft.com/office/officeart/2018/2/layout/IconVerticalSolidList"/>
    <dgm:cxn modelId="{37840D54-1D0C-4403-8903-73865420F4D4}" type="presParOf" srcId="{E5F054B5-921F-436A-BD07-4E119C6D156A}" destId="{0D292C6D-2696-4A13-8E27-159206B42741}" srcOrd="3" destOrd="0" presId="urn:microsoft.com/office/officeart/2018/2/layout/IconVerticalSolidList"/>
    <dgm:cxn modelId="{139F5AA2-19BD-41D7-8166-F64CB5781CE4}" type="presParOf" srcId="{20233484-CACF-492D-83BA-40089E280CD1}" destId="{03C7AEE8-CEB6-49AA-BE87-E2A8913F5294}" srcOrd="3" destOrd="0" presId="urn:microsoft.com/office/officeart/2018/2/layout/IconVerticalSolidList"/>
    <dgm:cxn modelId="{4416E83F-4028-4AA8-9379-6732D0BEDEBB}" type="presParOf" srcId="{20233484-CACF-492D-83BA-40089E280CD1}" destId="{6839E056-D8A0-46D8-9265-10947DA46244}" srcOrd="4" destOrd="0" presId="urn:microsoft.com/office/officeart/2018/2/layout/IconVerticalSolidList"/>
    <dgm:cxn modelId="{D9D132E1-DC7F-408A-ADB8-CCDF12138A0A}" type="presParOf" srcId="{6839E056-D8A0-46D8-9265-10947DA46244}" destId="{068B7DB5-6D74-429C-AB5A-33700B775EF5}" srcOrd="0" destOrd="0" presId="urn:microsoft.com/office/officeart/2018/2/layout/IconVerticalSolidList"/>
    <dgm:cxn modelId="{92F02E8C-B6F2-4AEE-8DE4-A9D284B5AE6E}" type="presParOf" srcId="{6839E056-D8A0-46D8-9265-10947DA46244}" destId="{22A17E72-240C-4851-85D7-BCABE8F828AE}" srcOrd="1" destOrd="0" presId="urn:microsoft.com/office/officeart/2018/2/layout/IconVerticalSolidList"/>
    <dgm:cxn modelId="{523523C1-7912-4B70-AE60-743661C8F748}" type="presParOf" srcId="{6839E056-D8A0-46D8-9265-10947DA46244}" destId="{5EA73229-4E1A-40D9-A0F4-6B4614F23679}" srcOrd="2" destOrd="0" presId="urn:microsoft.com/office/officeart/2018/2/layout/IconVerticalSolidList"/>
    <dgm:cxn modelId="{5C718FF3-001E-4118-A459-C23C3BC69CDE}" type="presParOf" srcId="{6839E056-D8A0-46D8-9265-10947DA46244}" destId="{4E395253-FD90-4B35-9D23-CE65B9A95D23}" srcOrd="3" destOrd="0" presId="urn:microsoft.com/office/officeart/2018/2/layout/IconVerticalSolidList"/>
    <dgm:cxn modelId="{B7A83681-FB6A-4971-8DC8-23FDD5247D20}" type="presParOf" srcId="{20233484-CACF-492D-83BA-40089E280CD1}" destId="{FCC9711C-A83B-4D52-9FA6-951EA8B01B3F}" srcOrd="5" destOrd="0" presId="urn:microsoft.com/office/officeart/2018/2/layout/IconVerticalSolidList"/>
    <dgm:cxn modelId="{8F4B690C-2C84-4730-B4E7-515769FF8A86}" type="presParOf" srcId="{20233484-CACF-492D-83BA-40089E280CD1}" destId="{EF50A9AC-A2AF-4B8B-B2E6-104FC327DDF3}" srcOrd="6" destOrd="0" presId="urn:microsoft.com/office/officeart/2018/2/layout/IconVerticalSolidList"/>
    <dgm:cxn modelId="{D91FBCD2-B922-408E-8335-C2C725AF5335}" type="presParOf" srcId="{EF50A9AC-A2AF-4B8B-B2E6-104FC327DDF3}" destId="{F3FB92A0-A4DC-42BE-84B1-183787ED8719}" srcOrd="0" destOrd="0" presId="urn:microsoft.com/office/officeart/2018/2/layout/IconVerticalSolidList"/>
    <dgm:cxn modelId="{F7F72723-B4C6-46FC-A590-85DC882E304C}" type="presParOf" srcId="{EF50A9AC-A2AF-4B8B-B2E6-104FC327DDF3}" destId="{318EA62E-B80A-4D00-81EC-7487500445C8}" srcOrd="1" destOrd="0" presId="urn:microsoft.com/office/officeart/2018/2/layout/IconVerticalSolidList"/>
    <dgm:cxn modelId="{286C1E19-967D-40C5-9DC4-E6F35E65C2BE}" type="presParOf" srcId="{EF50A9AC-A2AF-4B8B-B2E6-104FC327DDF3}" destId="{589C3D16-FC6D-4E01-8D44-D8D71F9FF1FD}" srcOrd="2" destOrd="0" presId="urn:microsoft.com/office/officeart/2018/2/layout/IconVerticalSolidList"/>
    <dgm:cxn modelId="{652CBD64-DCA9-49D7-9386-A469470A46AC}" type="presParOf" srcId="{EF50A9AC-A2AF-4B8B-B2E6-104FC327DDF3}" destId="{B03A4B35-1B33-4A37-8DDF-C9A2A793C6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CCA682-FE15-4CD7-A2AA-B389CB4689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720597-F0C0-47E1-9333-877639A496BE}">
      <dgm:prSet/>
      <dgm:spPr/>
      <dgm:t>
        <a:bodyPr/>
        <a:lstStyle/>
        <a:p>
          <a:r>
            <a:rPr lang="en-US"/>
            <a:t>Very expensive and limited scope of use</a:t>
          </a:r>
        </a:p>
      </dgm:t>
    </dgm:pt>
    <dgm:pt modelId="{25266E3D-7AA1-4250-9111-8104DFA3AE41}" type="parTrans" cxnId="{D2C04C95-FE78-47A3-B3C0-1CB5D083D1D7}">
      <dgm:prSet/>
      <dgm:spPr/>
      <dgm:t>
        <a:bodyPr/>
        <a:lstStyle/>
        <a:p>
          <a:endParaRPr lang="en-US"/>
        </a:p>
      </dgm:t>
    </dgm:pt>
    <dgm:pt modelId="{F78515EE-15BF-4DD3-8A9E-3073E21EDFCE}" type="sibTrans" cxnId="{D2C04C95-FE78-47A3-B3C0-1CB5D083D1D7}">
      <dgm:prSet/>
      <dgm:spPr/>
      <dgm:t>
        <a:bodyPr/>
        <a:lstStyle/>
        <a:p>
          <a:endParaRPr lang="en-US"/>
        </a:p>
      </dgm:t>
    </dgm:pt>
    <dgm:pt modelId="{DED32809-07FA-4F31-A12E-BF104E652191}">
      <dgm:prSet/>
      <dgm:spPr/>
      <dgm:t>
        <a:bodyPr/>
        <a:lstStyle/>
        <a:p>
          <a:r>
            <a:rPr lang="en-US"/>
            <a:t>Great energy resolution</a:t>
          </a:r>
        </a:p>
      </dgm:t>
    </dgm:pt>
    <dgm:pt modelId="{28A07F22-D947-4AB6-8EEC-40205C53343A}" type="parTrans" cxnId="{36826A0A-A6A9-4A65-9FDC-DF86206BF8D9}">
      <dgm:prSet/>
      <dgm:spPr/>
      <dgm:t>
        <a:bodyPr/>
        <a:lstStyle/>
        <a:p>
          <a:endParaRPr lang="en-US"/>
        </a:p>
      </dgm:t>
    </dgm:pt>
    <dgm:pt modelId="{0185041C-A185-4772-9517-7CAFB43AE848}" type="sibTrans" cxnId="{36826A0A-A6A9-4A65-9FDC-DF86206BF8D9}">
      <dgm:prSet/>
      <dgm:spPr/>
      <dgm:t>
        <a:bodyPr/>
        <a:lstStyle/>
        <a:p>
          <a:endParaRPr lang="en-US"/>
        </a:p>
      </dgm:t>
    </dgm:pt>
    <dgm:pt modelId="{D8BAD671-7BF7-4BAB-8F59-DD1C9D2BD038}">
      <dgm:prSet/>
      <dgm:spPr/>
      <dgm:t>
        <a:bodyPr/>
        <a:lstStyle/>
        <a:p>
          <a:r>
            <a:rPr lang="en-US"/>
            <a:t>Used for identifying individual gamma emitters in mixed radionuclide samples</a:t>
          </a:r>
        </a:p>
      </dgm:t>
    </dgm:pt>
    <dgm:pt modelId="{E1E90D0B-A5C4-4BAB-B683-5DD38B9FEF4E}" type="parTrans" cxnId="{D53D82E6-916B-4E03-9EEB-066CA6DA95BF}">
      <dgm:prSet/>
      <dgm:spPr/>
      <dgm:t>
        <a:bodyPr/>
        <a:lstStyle/>
        <a:p>
          <a:endParaRPr lang="en-US"/>
        </a:p>
      </dgm:t>
    </dgm:pt>
    <dgm:pt modelId="{59AA3AA8-234C-411C-990B-179DAC6706EC}" type="sibTrans" cxnId="{D53D82E6-916B-4E03-9EEB-066CA6DA95BF}">
      <dgm:prSet/>
      <dgm:spPr/>
      <dgm:t>
        <a:bodyPr/>
        <a:lstStyle/>
        <a:p>
          <a:endParaRPr lang="en-US"/>
        </a:p>
      </dgm:t>
    </dgm:pt>
    <dgm:pt modelId="{B3EE5D58-1AB1-402F-BC2B-BAF09412B9D0}" type="pres">
      <dgm:prSet presAssocID="{5CCCA682-FE15-4CD7-A2AA-B389CB4689AF}" presName="root" presStyleCnt="0">
        <dgm:presLayoutVars>
          <dgm:dir/>
          <dgm:resizeHandles val="exact"/>
        </dgm:presLayoutVars>
      </dgm:prSet>
      <dgm:spPr/>
    </dgm:pt>
    <dgm:pt modelId="{4CE62189-C2F9-43F3-A7D3-1186D78297AD}" type="pres">
      <dgm:prSet presAssocID="{ED720597-F0C0-47E1-9333-877639A496BE}" presName="compNode" presStyleCnt="0"/>
      <dgm:spPr/>
    </dgm:pt>
    <dgm:pt modelId="{775DA0B4-2C85-49D9-B70D-E3BF9B98C39A}" type="pres">
      <dgm:prSet presAssocID="{ED720597-F0C0-47E1-9333-877639A496BE}" presName="bgRect" presStyleLbl="bgShp" presStyleIdx="0" presStyleCnt="3"/>
      <dgm:spPr/>
    </dgm:pt>
    <dgm:pt modelId="{475A1C44-2174-49EC-80D0-6FB797D8D74A}" type="pres">
      <dgm:prSet presAssocID="{ED720597-F0C0-47E1-9333-877639A496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1B33888-C470-4186-B925-0983F8BA3FF1}" type="pres">
      <dgm:prSet presAssocID="{ED720597-F0C0-47E1-9333-877639A496BE}" presName="spaceRect" presStyleCnt="0"/>
      <dgm:spPr/>
    </dgm:pt>
    <dgm:pt modelId="{E1E35E3F-A901-445C-B9F1-5B5F617C4424}" type="pres">
      <dgm:prSet presAssocID="{ED720597-F0C0-47E1-9333-877639A496BE}" presName="parTx" presStyleLbl="revTx" presStyleIdx="0" presStyleCnt="3">
        <dgm:presLayoutVars>
          <dgm:chMax val="0"/>
          <dgm:chPref val="0"/>
        </dgm:presLayoutVars>
      </dgm:prSet>
      <dgm:spPr/>
    </dgm:pt>
    <dgm:pt modelId="{524FEF27-A928-411E-8EE0-DC64E60A2220}" type="pres">
      <dgm:prSet presAssocID="{F78515EE-15BF-4DD3-8A9E-3073E21EDFCE}" presName="sibTrans" presStyleCnt="0"/>
      <dgm:spPr/>
    </dgm:pt>
    <dgm:pt modelId="{86289A5D-F527-4404-88BD-D398011560B7}" type="pres">
      <dgm:prSet presAssocID="{DED32809-07FA-4F31-A12E-BF104E652191}" presName="compNode" presStyleCnt="0"/>
      <dgm:spPr/>
    </dgm:pt>
    <dgm:pt modelId="{3E603BC2-7662-4C17-9788-A48028399A4E}" type="pres">
      <dgm:prSet presAssocID="{DED32809-07FA-4F31-A12E-BF104E652191}" presName="bgRect" presStyleLbl="bgShp" presStyleIdx="1" presStyleCnt="3"/>
      <dgm:spPr/>
    </dgm:pt>
    <dgm:pt modelId="{50B1FD3F-4157-4601-A19B-34998A395AC8}" type="pres">
      <dgm:prSet presAssocID="{DED32809-07FA-4F31-A12E-BF104E6521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1A753887-19B0-4B68-BC7E-E4D100BF2125}" type="pres">
      <dgm:prSet presAssocID="{DED32809-07FA-4F31-A12E-BF104E652191}" presName="spaceRect" presStyleCnt="0"/>
      <dgm:spPr/>
    </dgm:pt>
    <dgm:pt modelId="{46949CD5-52B2-499B-9CF0-050291BCD8E6}" type="pres">
      <dgm:prSet presAssocID="{DED32809-07FA-4F31-A12E-BF104E652191}" presName="parTx" presStyleLbl="revTx" presStyleIdx="1" presStyleCnt="3">
        <dgm:presLayoutVars>
          <dgm:chMax val="0"/>
          <dgm:chPref val="0"/>
        </dgm:presLayoutVars>
      </dgm:prSet>
      <dgm:spPr/>
    </dgm:pt>
    <dgm:pt modelId="{A062B53A-B1CB-4B41-845A-48F0CC7D139A}" type="pres">
      <dgm:prSet presAssocID="{0185041C-A185-4772-9517-7CAFB43AE848}" presName="sibTrans" presStyleCnt="0"/>
      <dgm:spPr/>
    </dgm:pt>
    <dgm:pt modelId="{00EF3556-7683-436D-91AD-07757F9388A4}" type="pres">
      <dgm:prSet presAssocID="{D8BAD671-7BF7-4BAB-8F59-DD1C9D2BD038}" presName="compNode" presStyleCnt="0"/>
      <dgm:spPr/>
    </dgm:pt>
    <dgm:pt modelId="{4E08247B-5DC1-4649-A66C-8C3630184BC6}" type="pres">
      <dgm:prSet presAssocID="{D8BAD671-7BF7-4BAB-8F59-DD1C9D2BD038}" presName="bgRect" presStyleLbl="bgShp" presStyleIdx="2" presStyleCnt="3"/>
      <dgm:spPr/>
    </dgm:pt>
    <dgm:pt modelId="{C7A8447D-69D6-413E-B6B3-D66E954ADC14}" type="pres">
      <dgm:prSet presAssocID="{D8BAD671-7BF7-4BAB-8F59-DD1C9D2BD0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816FA5E-8A08-4242-8BFE-9E759F57A767}" type="pres">
      <dgm:prSet presAssocID="{D8BAD671-7BF7-4BAB-8F59-DD1C9D2BD038}" presName="spaceRect" presStyleCnt="0"/>
      <dgm:spPr/>
    </dgm:pt>
    <dgm:pt modelId="{DCF02556-9E0F-406F-8C5F-400B4A2D592F}" type="pres">
      <dgm:prSet presAssocID="{D8BAD671-7BF7-4BAB-8F59-DD1C9D2BD0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6826A0A-A6A9-4A65-9FDC-DF86206BF8D9}" srcId="{5CCCA682-FE15-4CD7-A2AA-B389CB4689AF}" destId="{DED32809-07FA-4F31-A12E-BF104E652191}" srcOrd="1" destOrd="0" parTransId="{28A07F22-D947-4AB6-8EEC-40205C53343A}" sibTransId="{0185041C-A185-4772-9517-7CAFB43AE848}"/>
    <dgm:cxn modelId="{63499121-A27A-43B3-9BF9-51225AB92885}" type="presOf" srcId="{5CCCA682-FE15-4CD7-A2AA-B389CB4689AF}" destId="{B3EE5D58-1AB1-402F-BC2B-BAF09412B9D0}" srcOrd="0" destOrd="0" presId="urn:microsoft.com/office/officeart/2018/2/layout/IconVerticalSolidList"/>
    <dgm:cxn modelId="{751C8336-552B-4504-8039-8994B276D051}" type="presOf" srcId="{DED32809-07FA-4F31-A12E-BF104E652191}" destId="{46949CD5-52B2-499B-9CF0-050291BCD8E6}" srcOrd="0" destOrd="0" presId="urn:microsoft.com/office/officeart/2018/2/layout/IconVerticalSolidList"/>
    <dgm:cxn modelId="{1D5F737B-04A2-4657-BD68-D166B1938A61}" type="presOf" srcId="{D8BAD671-7BF7-4BAB-8F59-DD1C9D2BD038}" destId="{DCF02556-9E0F-406F-8C5F-400B4A2D592F}" srcOrd="0" destOrd="0" presId="urn:microsoft.com/office/officeart/2018/2/layout/IconVerticalSolidList"/>
    <dgm:cxn modelId="{D2C04C95-FE78-47A3-B3C0-1CB5D083D1D7}" srcId="{5CCCA682-FE15-4CD7-A2AA-B389CB4689AF}" destId="{ED720597-F0C0-47E1-9333-877639A496BE}" srcOrd="0" destOrd="0" parTransId="{25266E3D-7AA1-4250-9111-8104DFA3AE41}" sibTransId="{F78515EE-15BF-4DD3-8A9E-3073E21EDFCE}"/>
    <dgm:cxn modelId="{D53D82E6-916B-4E03-9EEB-066CA6DA95BF}" srcId="{5CCCA682-FE15-4CD7-A2AA-B389CB4689AF}" destId="{D8BAD671-7BF7-4BAB-8F59-DD1C9D2BD038}" srcOrd="2" destOrd="0" parTransId="{E1E90D0B-A5C4-4BAB-B683-5DD38B9FEF4E}" sibTransId="{59AA3AA8-234C-411C-990B-179DAC6706EC}"/>
    <dgm:cxn modelId="{D65364F6-4BF8-44EF-B42E-9C2BF187997B}" type="presOf" srcId="{ED720597-F0C0-47E1-9333-877639A496BE}" destId="{E1E35E3F-A901-445C-B9F1-5B5F617C4424}" srcOrd="0" destOrd="0" presId="urn:microsoft.com/office/officeart/2018/2/layout/IconVerticalSolidList"/>
    <dgm:cxn modelId="{74DB76DB-7D59-46D8-BA6C-D6AF44DBCB5E}" type="presParOf" srcId="{B3EE5D58-1AB1-402F-BC2B-BAF09412B9D0}" destId="{4CE62189-C2F9-43F3-A7D3-1186D78297AD}" srcOrd="0" destOrd="0" presId="urn:microsoft.com/office/officeart/2018/2/layout/IconVerticalSolidList"/>
    <dgm:cxn modelId="{EDD05FE4-7BE9-4802-A29D-A11CB382C69D}" type="presParOf" srcId="{4CE62189-C2F9-43F3-A7D3-1186D78297AD}" destId="{775DA0B4-2C85-49D9-B70D-E3BF9B98C39A}" srcOrd="0" destOrd="0" presId="urn:microsoft.com/office/officeart/2018/2/layout/IconVerticalSolidList"/>
    <dgm:cxn modelId="{2500320D-9B25-4F9A-927D-AE6821D07799}" type="presParOf" srcId="{4CE62189-C2F9-43F3-A7D3-1186D78297AD}" destId="{475A1C44-2174-49EC-80D0-6FB797D8D74A}" srcOrd="1" destOrd="0" presId="urn:microsoft.com/office/officeart/2018/2/layout/IconVerticalSolidList"/>
    <dgm:cxn modelId="{091B15C1-077C-499A-9306-35CDD7D5E76A}" type="presParOf" srcId="{4CE62189-C2F9-43F3-A7D3-1186D78297AD}" destId="{11B33888-C470-4186-B925-0983F8BA3FF1}" srcOrd="2" destOrd="0" presId="urn:microsoft.com/office/officeart/2018/2/layout/IconVerticalSolidList"/>
    <dgm:cxn modelId="{56C5CF28-0838-4885-9897-57B852E48C3A}" type="presParOf" srcId="{4CE62189-C2F9-43F3-A7D3-1186D78297AD}" destId="{E1E35E3F-A901-445C-B9F1-5B5F617C4424}" srcOrd="3" destOrd="0" presId="urn:microsoft.com/office/officeart/2018/2/layout/IconVerticalSolidList"/>
    <dgm:cxn modelId="{00E3FCE0-8683-4B41-BDD5-630C84E4A8C6}" type="presParOf" srcId="{B3EE5D58-1AB1-402F-BC2B-BAF09412B9D0}" destId="{524FEF27-A928-411E-8EE0-DC64E60A2220}" srcOrd="1" destOrd="0" presId="urn:microsoft.com/office/officeart/2018/2/layout/IconVerticalSolidList"/>
    <dgm:cxn modelId="{8D4664DE-961C-42AA-9705-9212700DE211}" type="presParOf" srcId="{B3EE5D58-1AB1-402F-BC2B-BAF09412B9D0}" destId="{86289A5D-F527-4404-88BD-D398011560B7}" srcOrd="2" destOrd="0" presId="urn:microsoft.com/office/officeart/2018/2/layout/IconVerticalSolidList"/>
    <dgm:cxn modelId="{65AE50C6-28CE-4102-B65E-C9E2DD74DB70}" type="presParOf" srcId="{86289A5D-F527-4404-88BD-D398011560B7}" destId="{3E603BC2-7662-4C17-9788-A48028399A4E}" srcOrd="0" destOrd="0" presId="urn:microsoft.com/office/officeart/2018/2/layout/IconVerticalSolidList"/>
    <dgm:cxn modelId="{64B0F267-4D61-47E6-8023-35A9C0C521A1}" type="presParOf" srcId="{86289A5D-F527-4404-88BD-D398011560B7}" destId="{50B1FD3F-4157-4601-A19B-34998A395AC8}" srcOrd="1" destOrd="0" presId="urn:microsoft.com/office/officeart/2018/2/layout/IconVerticalSolidList"/>
    <dgm:cxn modelId="{1355FBE4-400C-4FA3-91D6-85AFD254D310}" type="presParOf" srcId="{86289A5D-F527-4404-88BD-D398011560B7}" destId="{1A753887-19B0-4B68-BC7E-E4D100BF2125}" srcOrd="2" destOrd="0" presId="urn:microsoft.com/office/officeart/2018/2/layout/IconVerticalSolidList"/>
    <dgm:cxn modelId="{E0B27175-C01D-461F-9008-58986ED27BD6}" type="presParOf" srcId="{86289A5D-F527-4404-88BD-D398011560B7}" destId="{46949CD5-52B2-499B-9CF0-050291BCD8E6}" srcOrd="3" destOrd="0" presId="urn:microsoft.com/office/officeart/2018/2/layout/IconVerticalSolidList"/>
    <dgm:cxn modelId="{9BB14D79-6456-45A7-816C-A119D55906CB}" type="presParOf" srcId="{B3EE5D58-1AB1-402F-BC2B-BAF09412B9D0}" destId="{A062B53A-B1CB-4B41-845A-48F0CC7D139A}" srcOrd="3" destOrd="0" presId="urn:microsoft.com/office/officeart/2018/2/layout/IconVerticalSolidList"/>
    <dgm:cxn modelId="{6E7BAEBE-BC34-4E29-81AA-A87F6BB91739}" type="presParOf" srcId="{B3EE5D58-1AB1-402F-BC2B-BAF09412B9D0}" destId="{00EF3556-7683-436D-91AD-07757F9388A4}" srcOrd="4" destOrd="0" presId="urn:microsoft.com/office/officeart/2018/2/layout/IconVerticalSolidList"/>
    <dgm:cxn modelId="{2CFBF6B0-233E-4764-8D56-ECBEA5C17D93}" type="presParOf" srcId="{00EF3556-7683-436D-91AD-07757F9388A4}" destId="{4E08247B-5DC1-4649-A66C-8C3630184BC6}" srcOrd="0" destOrd="0" presId="urn:microsoft.com/office/officeart/2018/2/layout/IconVerticalSolidList"/>
    <dgm:cxn modelId="{4B3C3E24-22E0-402E-A1C6-8DCE0DB6FF40}" type="presParOf" srcId="{00EF3556-7683-436D-91AD-07757F9388A4}" destId="{C7A8447D-69D6-413E-B6B3-D66E954ADC14}" srcOrd="1" destOrd="0" presId="urn:microsoft.com/office/officeart/2018/2/layout/IconVerticalSolidList"/>
    <dgm:cxn modelId="{F05AF993-7DB7-449A-9C3C-60E13B07B9F4}" type="presParOf" srcId="{00EF3556-7683-436D-91AD-07757F9388A4}" destId="{B816FA5E-8A08-4242-8BFE-9E759F57A767}" srcOrd="2" destOrd="0" presId="urn:microsoft.com/office/officeart/2018/2/layout/IconVerticalSolidList"/>
    <dgm:cxn modelId="{CE07845C-8412-4808-B8B2-1E8F89D11A1B}" type="presParOf" srcId="{00EF3556-7683-436D-91AD-07757F9388A4}" destId="{DCF02556-9E0F-406F-8C5F-400B4A2D59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20D47F-5346-4435-BDFB-8CF681A119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F15E43-2DD8-48D8-A9E2-4BA292A40527}">
      <dgm:prSet/>
      <dgm:spPr/>
      <dgm:t>
        <a:bodyPr/>
        <a:lstStyle/>
        <a:p>
          <a:r>
            <a:rPr lang="en-US"/>
            <a:t>We have one now!</a:t>
          </a:r>
        </a:p>
      </dgm:t>
    </dgm:pt>
    <dgm:pt modelId="{CCF96B68-78A1-43CB-BFA8-D688E0E8C8B7}" type="parTrans" cxnId="{B038E934-17FB-4FDC-A05A-70D66169E92D}">
      <dgm:prSet/>
      <dgm:spPr/>
      <dgm:t>
        <a:bodyPr/>
        <a:lstStyle/>
        <a:p>
          <a:endParaRPr lang="en-US"/>
        </a:p>
      </dgm:t>
    </dgm:pt>
    <dgm:pt modelId="{BC66EDD0-2C51-4B2B-B406-E02414CC7564}" type="sibTrans" cxnId="{B038E934-17FB-4FDC-A05A-70D66169E92D}">
      <dgm:prSet/>
      <dgm:spPr/>
      <dgm:t>
        <a:bodyPr/>
        <a:lstStyle/>
        <a:p>
          <a:endParaRPr lang="en-US"/>
        </a:p>
      </dgm:t>
    </dgm:pt>
    <dgm:pt modelId="{1191D392-D316-49C7-8033-273419F1B6B1}">
      <dgm:prSet/>
      <dgm:spPr/>
      <dgm:t>
        <a:bodyPr/>
        <a:lstStyle/>
        <a:p>
          <a:r>
            <a:rPr lang="en-US"/>
            <a:t>Used in nuclear medicine imaging as an alternative to scintillators and germanium</a:t>
          </a:r>
        </a:p>
      </dgm:t>
    </dgm:pt>
    <dgm:pt modelId="{E0DD3064-713D-4ED4-8EA6-FB0E5AC3B9B9}" type="parTrans" cxnId="{4628166C-CD4A-4111-8C42-538256F04C68}">
      <dgm:prSet/>
      <dgm:spPr/>
      <dgm:t>
        <a:bodyPr/>
        <a:lstStyle/>
        <a:p>
          <a:endParaRPr lang="en-US"/>
        </a:p>
      </dgm:t>
    </dgm:pt>
    <dgm:pt modelId="{6065F162-5BC0-41B9-B8DD-DCA81F6A0257}" type="sibTrans" cxnId="{4628166C-CD4A-4111-8C42-538256F04C68}">
      <dgm:prSet/>
      <dgm:spPr/>
      <dgm:t>
        <a:bodyPr/>
        <a:lstStyle/>
        <a:p>
          <a:endParaRPr lang="en-US"/>
        </a:p>
      </dgm:t>
    </dgm:pt>
    <dgm:pt modelId="{647974A5-894D-4759-90A8-33A862A0FC1D}">
      <dgm:prSet/>
      <dgm:spPr/>
      <dgm:t>
        <a:bodyPr/>
        <a:lstStyle/>
        <a:p>
          <a:r>
            <a:rPr lang="en-US"/>
            <a:t>Operated at room temperature</a:t>
          </a:r>
        </a:p>
      </dgm:t>
    </dgm:pt>
    <dgm:pt modelId="{11FCB73D-F265-4D61-9344-6E7827CDFD76}" type="parTrans" cxnId="{B2BA0EE7-1452-496A-83A9-C65F2CC23198}">
      <dgm:prSet/>
      <dgm:spPr/>
      <dgm:t>
        <a:bodyPr/>
        <a:lstStyle/>
        <a:p>
          <a:endParaRPr lang="en-US"/>
        </a:p>
      </dgm:t>
    </dgm:pt>
    <dgm:pt modelId="{DFE6CA7E-3E32-4C29-88F8-EDCE4E072C98}" type="sibTrans" cxnId="{B2BA0EE7-1452-496A-83A9-C65F2CC23198}">
      <dgm:prSet/>
      <dgm:spPr/>
      <dgm:t>
        <a:bodyPr/>
        <a:lstStyle/>
        <a:p>
          <a:endParaRPr lang="en-US"/>
        </a:p>
      </dgm:t>
    </dgm:pt>
    <dgm:pt modelId="{D63370F3-B86C-4ED8-BE15-17556E128338}" type="pres">
      <dgm:prSet presAssocID="{BF20D47F-5346-4435-BDFB-8CF681A11964}" presName="root" presStyleCnt="0">
        <dgm:presLayoutVars>
          <dgm:dir/>
          <dgm:resizeHandles val="exact"/>
        </dgm:presLayoutVars>
      </dgm:prSet>
      <dgm:spPr/>
    </dgm:pt>
    <dgm:pt modelId="{92716DEB-B33B-48E8-BD3B-154405F6FC9E}" type="pres">
      <dgm:prSet presAssocID="{62F15E43-2DD8-48D8-A9E2-4BA292A40527}" presName="compNode" presStyleCnt="0"/>
      <dgm:spPr/>
    </dgm:pt>
    <dgm:pt modelId="{896043AD-E30F-4FE7-8CEE-6B194D6C1299}" type="pres">
      <dgm:prSet presAssocID="{62F15E43-2DD8-48D8-A9E2-4BA292A40527}" presName="bgRect" presStyleLbl="bgShp" presStyleIdx="0" presStyleCnt="3"/>
      <dgm:spPr/>
    </dgm:pt>
    <dgm:pt modelId="{9CB31EE5-F7A8-4883-809C-78D5E7004EEB}" type="pres">
      <dgm:prSet presAssocID="{62F15E43-2DD8-48D8-A9E2-4BA292A405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94BB7E3B-F50B-4576-88DF-59CBB79D9029}" type="pres">
      <dgm:prSet presAssocID="{62F15E43-2DD8-48D8-A9E2-4BA292A40527}" presName="spaceRect" presStyleCnt="0"/>
      <dgm:spPr/>
    </dgm:pt>
    <dgm:pt modelId="{2C1AFB64-E3AF-49F6-B2F8-E35FC9DCEC78}" type="pres">
      <dgm:prSet presAssocID="{62F15E43-2DD8-48D8-A9E2-4BA292A40527}" presName="parTx" presStyleLbl="revTx" presStyleIdx="0" presStyleCnt="3">
        <dgm:presLayoutVars>
          <dgm:chMax val="0"/>
          <dgm:chPref val="0"/>
        </dgm:presLayoutVars>
      </dgm:prSet>
      <dgm:spPr/>
    </dgm:pt>
    <dgm:pt modelId="{4A56D097-5576-4923-BCC0-1ACE97CDEEE5}" type="pres">
      <dgm:prSet presAssocID="{BC66EDD0-2C51-4B2B-B406-E02414CC7564}" presName="sibTrans" presStyleCnt="0"/>
      <dgm:spPr/>
    </dgm:pt>
    <dgm:pt modelId="{B98594AE-C238-477B-9834-B10D267CB806}" type="pres">
      <dgm:prSet presAssocID="{1191D392-D316-49C7-8033-273419F1B6B1}" presName="compNode" presStyleCnt="0"/>
      <dgm:spPr/>
    </dgm:pt>
    <dgm:pt modelId="{16FA414B-329F-45FE-895B-E2717A20944A}" type="pres">
      <dgm:prSet presAssocID="{1191D392-D316-49C7-8033-273419F1B6B1}" presName="bgRect" presStyleLbl="bgShp" presStyleIdx="1" presStyleCnt="3"/>
      <dgm:spPr/>
    </dgm:pt>
    <dgm:pt modelId="{8E8A3E11-4EAF-46D0-A121-4DC5005CE333}" type="pres">
      <dgm:prSet presAssocID="{1191D392-D316-49C7-8033-273419F1B6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344E1767-EA66-483F-AEB1-EE4D8DC9CE0C}" type="pres">
      <dgm:prSet presAssocID="{1191D392-D316-49C7-8033-273419F1B6B1}" presName="spaceRect" presStyleCnt="0"/>
      <dgm:spPr/>
    </dgm:pt>
    <dgm:pt modelId="{A973AB03-C6FE-44C4-9D7C-5411060AD890}" type="pres">
      <dgm:prSet presAssocID="{1191D392-D316-49C7-8033-273419F1B6B1}" presName="parTx" presStyleLbl="revTx" presStyleIdx="1" presStyleCnt="3">
        <dgm:presLayoutVars>
          <dgm:chMax val="0"/>
          <dgm:chPref val="0"/>
        </dgm:presLayoutVars>
      </dgm:prSet>
      <dgm:spPr/>
    </dgm:pt>
    <dgm:pt modelId="{21826B11-26A4-4DF2-9231-8D7B51913204}" type="pres">
      <dgm:prSet presAssocID="{6065F162-5BC0-41B9-B8DD-DCA81F6A0257}" presName="sibTrans" presStyleCnt="0"/>
      <dgm:spPr/>
    </dgm:pt>
    <dgm:pt modelId="{55DA2F3D-FA3A-464C-921C-5DE1020B3546}" type="pres">
      <dgm:prSet presAssocID="{647974A5-894D-4759-90A8-33A862A0FC1D}" presName="compNode" presStyleCnt="0"/>
      <dgm:spPr/>
    </dgm:pt>
    <dgm:pt modelId="{1A97F7A6-41A6-4E5A-8B30-57A0DF7C83AA}" type="pres">
      <dgm:prSet presAssocID="{647974A5-894D-4759-90A8-33A862A0FC1D}" presName="bgRect" presStyleLbl="bgShp" presStyleIdx="2" presStyleCnt="3"/>
      <dgm:spPr/>
    </dgm:pt>
    <dgm:pt modelId="{AC61EFBB-51EA-469A-9EAD-318053D2DFA1}" type="pres">
      <dgm:prSet presAssocID="{647974A5-894D-4759-90A8-33A862A0FC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0EF785F6-CC2B-495F-BC72-E0994CB5B934}" type="pres">
      <dgm:prSet presAssocID="{647974A5-894D-4759-90A8-33A862A0FC1D}" presName="spaceRect" presStyleCnt="0"/>
      <dgm:spPr/>
    </dgm:pt>
    <dgm:pt modelId="{8F889082-165D-4A58-AD88-5DFAC2D05230}" type="pres">
      <dgm:prSet presAssocID="{647974A5-894D-4759-90A8-33A862A0FC1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D95515-8128-4926-85A1-78F53D211EF4}" type="presOf" srcId="{647974A5-894D-4759-90A8-33A862A0FC1D}" destId="{8F889082-165D-4A58-AD88-5DFAC2D05230}" srcOrd="0" destOrd="0" presId="urn:microsoft.com/office/officeart/2018/2/layout/IconVerticalSolidList"/>
    <dgm:cxn modelId="{B038E934-17FB-4FDC-A05A-70D66169E92D}" srcId="{BF20D47F-5346-4435-BDFB-8CF681A11964}" destId="{62F15E43-2DD8-48D8-A9E2-4BA292A40527}" srcOrd="0" destOrd="0" parTransId="{CCF96B68-78A1-43CB-BFA8-D688E0E8C8B7}" sibTransId="{BC66EDD0-2C51-4B2B-B406-E02414CC7564}"/>
    <dgm:cxn modelId="{4628166C-CD4A-4111-8C42-538256F04C68}" srcId="{BF20D47F-5346-4435-BDFB-8CF681A11964}" destId="{1191D392-D316-49C7-8033-273419F1B6B1}" srcOrd="1" destOrd="0" parTransId="{E0DD3064-713D-4ED4-8EA6-FB0E5AC3B9B9}" sibTransId="{6065F162-5BC0-41B9-B8DD-DCA81F6A0257}"/>
    <dgm:cxn modelId="{D0FC55C7-F69F-44E9-A0F8-8591EB034B46}" type="presOf" srcId="{62F15E43-2DD8-48D8-A9E2-4BA292A40527}" destId="{2C1AFB64-E3AF-49F6-B2F8-E35FC9DCEC78}" srcOrd="0" destOrd="0" presId="urn:microsoft.com/office/officeart/2018/2/layout/IconVerticalSolidList"/>
    <dgm:cxn modelId="{14E38BE0-915E-40EA-97CE-504479530AD9}" type="presOf" srcId="{1191D392-D316-49C7-8033-273419F1B6B1}" destId="{A973AB03-C6FE-44C4-9D7C-5411060AD890}" srcOrd="0" destOrd="0" presId="urn:microsoft.com/office/officeart/2018/2/layout/IconVerticalSolidList"/>
    <dgm:cxn modelId="{B2BA0EE7-1452-496A-83A9-C65F2CC23198}" srcId="{BF20D47F-5346-4435-BDFB-8CF681A11964}" destId="{647974A5-894D-4759-90A8-33A862A0FC1D}" srcOrd="2" destOrd="0" parTransId="{11FCB73D-F265-4D61-9344-6E7827CDFD76}" sibTransId="{DFE6CA7E-3E32-4C29-88F8-EDCE4E072C98}"/>
    <dgm:cxn modelId="{AAD7BEF2-9A50-4B88-81DF-5B39F1E6B91C}" type="presOf" srcId="{BF20D47F-5346-4435-BDFB-8CF681A11964}" destId="{D63370F3-B86C-4ED8-BE15-17556E128338}" srcOrd="0" destOrd="0" presId="urn:microsoft.com/office/officeart/2018/2/layout/IconVerticalSolidList"/>
    <dgm:cxn modelId="{F5C1EC6E-20E0-4658-A73A-FF3A3D7FFE78}" type="presParOf" srcId="{D63370F3-B86C-4ED8-BE15-17556E128338}" destId="{92716DEB-B33B-48E8-BD3B-154405F6FC9E}" srcOrd="0" destOrd="0" presId="urn:microsoft.com/office/officeart/2018/2/layout/IconVerticalSolidList"/>
    <dgm:cxn modelId="{308E537A-54F3-4686-A3D9-8F6EF3396BB6}" type="presParOf" srcId="{92716DEB-B33B-48E8-BD3B-154405F6FC9E}" destId="{896043AD-E30F-4FE7-8CEE-6B194D6C1299}" srcOrd="0" destOrd="0" presId="urn:microsoft.com/office/officeart/2018/2/layout/IconVerticalSolidList"/>
    <dgm:cxn modelId="{D5AA50AB-06BD-4870-8758-3B3DD514041E}" type="presParOf" srcId="{92716DEB-B33B-48E8-BD3B-154405F6FC9E}" destId="{9CB31EE5-F7A8-4883-809C-78D5E7004EEB}" srcOrd="1" destOrd="0" presId="urn:microsoft.com/office/officeart/2018/2/layout/IconVerticalSolidList"/>
    <dgm:cxn modelId="{5AAB5F37-5F5E-48E1-B9A4-09607865AEF0}" type="presParOf" srcId="{92716DEB-B33B-48E8-BD3B-154405F6FC9E}" destId="{94BB7E3B-F50B-4576-88DF-59CBB79D9029}" srcOrd="2" destOrd="0" presId="urn:microsoft.com/office/officeart/2018/2/layout/IconVerticalSolidList"/>
    <dgm:cxn modelId="{0431CE06-0D8E-4306-80D6-A894C616FCCF}" type="presParOf" srcId="{92716DEB-B33B-48E8-BD3B-154405F6FC9E}" destId="{2C1AFB64-E3AF-49F6-B2F8-E35FC9DCEC78}" srcOrd="3" destOrd="0" presId="urn:microsoft.com/office/officeart/2018/2/layout/IconVerticalSolidList"/>
    <dgm:cxn modelId="{EEE9CA48-9167-4F07-8898-5E6CE52F0971}" type="presParOf" srcId="{D63370F3-B86C-4ED8-BE15-17556E128338}" destId="{4A56D097-5576-4923-BCC0-1ACE97CDEEE5}" srcOrd="1" destOrd="0" presId="urn:microsoft.com/office/officeart/2018/2/layout/IconVerticalSolidList"/>
    <dgm:cxn modelId="{A0B0D8A8-5563-4A1B-873A-B3BBF5A1D5FA}" type="presParOf" srcId="{D63370F3-B86C-4ED8-BE15-17556E128338}" destId="{B98594AE-C238-477B-9834-B10D267CB806}" srcOrd="2" destOrd="0" presId="urn:microsoft.com/office/officeart/2018/2/layout/IconVerticalSolidList"/>
    <dgm:cxn modelId="{7DD70110-ACB7-4896-B024-12D2D3CB860B}" type="presParOf" srcId="{B98594AE-C238-477B-9834-B10D267CB806}" destId="{16FA414B-329F-45FE-895B-E2717A20944A}" srcOrd="0" destOrd="0" presId="urn:microsoft.com/office/officeart/2018/2/layout/IconVerticalSolidList"/>
    <dgm:cxn modelId="{CE77A33B-B598-4F36-BDBD-4B0E65737456}" type="presParOf" srcId="{B98594AE-C238-477B-9834-B10D267CB806}" destId="{8E8A3E11-4EAF-46D0-A121-4DC5005CE333}" srcOrd="1" destOrd="0" presId="urn:microsoft.com/office/officeart/2018/2/layout/IconVerticalSolidList"/>
    <dgm:cxn modelId="{E0BD2573-C195-4E4E-86FE-F3C0684771E5}" type="presParOf" srcId="{B98594AE-C238-477B-9834-B10D267CB806}" destId="{344E1767-EA66-483F-AEB1-EE4D8DC9CE0C}" srcOrd="2" destOrd="0" presId="urn:microsoft.com/office/officeart/2018/2/layout/IconVerticalSolidList"/>
    <dgm:cxn modelId="{6FDBEB85-63C3-45B4-9BFC-DAD2DCF3D703}" type="presParOf" srcId="{B98594AE-C238-477B-9834-B10D267CB806}" destId="{A973AB03-C6FE-44C4-9D7C-5411060AD890}" srcOrd="3" destOrd="0" presId="urn:microsoft.com/office/officeart/2018/2/layout/IconVerticalSolidList"/>
    <dgm:cxn modelId="{DD6C79D9-28CB-4309-AAA9-AA5C520CE967}" type="presParOf" srcId="{D63370F3-B86C-4ED8-BE15-17556E128338}" destId="{21826B11-26A4-4DF2-9231-8D7B51913204}" srcOrd="3" destOrd="0" presId="urn:microsoft.com/office/officeart/2018/2/layout/IconVerticalSolidList"/>
    <dgm:cxn modelId="{CC206243-5B14-43A1-98A7-4F78F6F1F924}" type="presParOf" srcId="{D63370F3-B86C-4ED8-BE15-17556E128338}" destId="{55DA2F3D-FA3A-464C-921C-5DE1020B3546}" srcOrd="4" destOrd="0" presId="urn:microsoft.com/office/officeart/2018/2/layout/IconVerticalSolidList"/>
    <dgm:cxn modelId="{6B545343-8845-4CB7-85E5-949C6983B3B7}" type="presParOf" srcId="{55DA2F3D-FA3A-464C-921C-5DE1020B3546}" destId="{1A97F7A6-41A6-4E5A-8B30-57A0DF7C83AA}" srcOrd="0" destOrd="0" presId="urn:microsoft.com/office/officeart/2018/2/layout/IconVerticalSolidList"/>
    <dgm:cxn modelId="{22CEE659-3990-43FF-809F-EDBA6342E5FC}" type="presParOf" srcId="{55DA2F3D-FA3A-464C-921C-5DE1020B3546}" destId="{AC61EFBB-51EA-469A-9EAD-318053D2DFA1}" srcOrd="1" destOrd="0" presId="urn:microsoft.com/office/officeart/2018/2/layout/IconVerticalSolidList"/>
    <dgm:cxn modelId="{05AEF843-AC99-4B64-983C-5AD9CF426B13}" type="presParOf" srcId="{55DA2F3D-FA3A-464C-921C-5DE1020B3546}" destId="{0EF785F6-CC2B-495F-BC72-E0994CB5B934}" srcOrd="2" destOrd="0" presId="urn:microsoft.com/office/officeart/2018/2/layout/IconVerticalSolidList"/>
    <dgm:cxn modelId="{CFC7DF58-93D0-4698-BB6B-BE3932D040A6}" type="presParOf" srcId="{55DA2F3D-FA3A-464C-921C-5DE1020B3546}" destId="{8F889082-165D-4A58-AD88-5DFAC2D052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F20D47F-5346-4435-BDFB-8CF681A119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F15E43-2DD8-48D8-A9E2-4BA292A40527}">
      <dgm:prSet/>
      <dgm:spPr/>
      <dgm:t>
        <a:bodyPr/>
        <a:lstStyle/>
        <a:p>
          <a:r>
            <a:rPr lang="en-US" dirty="0"/>
            <a:t>Amorphous selenium is often used in radiology and mammography</a:t>
          </a:r>
        </a:p>
      </dgm:t>
    </dgm:pt>
    <dgm:pt modelId="{CCF96B68-78A1-43CB-BFA8-D688E0E8C8B7}" type="parTrans" cxnId="{B038E934-17FB-4FDC-A05A-70D66169E92D}">
      <dgm:prSet/>
      <dgm:spPr/>
      <dgm:t>
        <a:bodyPr/>
        <a:lstStyle/>
        <a:p>
          <a:endParaRPr lang="en-US"/>
        </a:p>
      </dgm:t>
    </dgm:pt>
    <dgm:pt modelId="{BC66EDD0-2C51-4B2B-B406-E02414CC7564}" type="sibTrans" cxnId="{B038E934-17FB-4FDC-A05A-70D66169E92D}">
      <dgm:prSet/>
      <dgm:spPr/>
      <dgm:t>
        <a:bodyPr/>
        <a:lstStyle/>
        <a:p>
          <a:endParaRPr lang="en-US"/>
        </a:p>
      </dgm:t>
    </dgm:pt>
    <dgm:pt modelId="{1191D392-D316-49C7-8033-273419F1B6B1}">
      <dgm:prSet/>
      <dgm:spPr/>
      <dgm:t>
        <a:bodyPr/>
        <a:lstStyle/>
        <a:p>
          <a:r>
            <a:rPr lang="en-US" dirty="0"/>
            <a:t>Provides a higher spatial resolution than scintillators</a:t>
          </a:r>
        </a:p>
      </dgm:t>
    </dgm:pt>
    <dgm:pt modelId="{E0DD3064-713D-4ED4-8EA6-FB0E5AC3B9B9}" type="parTrans" cxnId="{4628166C-CD4A-4111-8C42-538256F04C68}">
      <dgm:prSet/>
      <dgm:spPr/>
      <dgm:t>
        <a:bodyPr/>
        <a:lstStyle/>
        <a:p>
          <a:endParaRPr lang="en-US"/>
        </a:p>
      </dgm:t>
    </dgm:pt>
    <dgm:pt modelId="{6065F162-5BC0-41B9-B8DD-DCA81F6A0257}" type="sibTrans" cxnId="{4628166C-CD4A-4111-8C42-538256F04C68}">
      <dgm:prSet/>
      <dgm:spPr/>
      <dgm:t>
        <a:bodyPr/>
        <a:lstStyle/>
        <a:p>
          <a:endParaRPr lang="en-US"/>
        </a:p>
      </dgm:t>
    </dgm:pt>
    <dgm:pt modelId="{647974A5-894D-4759-90A8-33A862A0FC1D}">
      <dgm:prSet/>
      <dgm:spPr/>
      <dgm:t>
        <a:bodyPr/>
        <a:lstStyle/>
        <a:p>
          <a:r>
            <a:rPr lang="en-US" dirty="0"/>
            <a:t>Everything is digital signal natively</a:t>
          </a:r>
        </a:p>
      </dgm:t>
    </dgm:pt>
    <dgm:pt modelId="{11FCB73D-F265-4D61-9344-6E7827CDFD76}" type="parTrans" cxnId="{B2BA0EE7-1452-496A-83A9-C65F2CC23198}">
      <dgm:prSet/>
      <dgm:spPr/>
      <dgm:t>
        <a:bodyPr/>
        <a:lstStyle/>
        <a:p>
          <a:endParaRPr lang="en-US"/>
        </a:p>
      </dgm:t>
    </dgm:pt>
    <dgm:pt modelId="{DFE6CA7E-3E32-4C29-88F8-EDCE4E072C98}" type="sibTrans" cxnId="{B2BA0EE7-1452-496A-83A9-C65F2CC23198}">
      <dgm:prSet/>
      <dgm:spPr/>
      <dgm:t>
        <a:bodyPr/>
        <a:lstStyle/>
        <a:p>
          <a:endParaRPr lang="en-US"/>
        </a:p>
      </dgm:t>
    </dgm:pt>
    <dgm:pt modelId="{D63370F3-B86C-4ED8-BE15-17556E128338}" type="pres">
      <dgm:prSet presAssocID="{BF20D47F-5346-4435-BDFB-8CF681A11964}" presName="root" presStyleCnt="0">
        <dgm:presLayoutVars>
          <dgm:dir/>
          <dgm:resizeHandles val="exact"/>
        </dgm:presLayoutVars>
      </dgm:prSet>
      <dgm:spPr/>
    </dgm:pt>
    <dgm:pt modelId="{92716DEB-B33B-48E8-BD3B-154405F6FC9E}" type="pres">
      <dgm:prSet presAssocID="{62F15E43-2DD8-48D8-A9E2-4BA292A40527}" presName="compNode" presStyleCnt="0"/>
      <dgm:spPr/>
    </dgm:pt>
    <dgm:pt modelId="{896043AD-E30F-4FE7-8CEE-6B194D6C1299}" type="pres">
      <dgm:prSet presAssocID="{62F15E43-2DD8-48D8-A9E2-4BA292A40527}" presName="bgRect" presStyleLbl="bgShp" presStyleIdx="0" presStyleCnt="3"/>
      <dgm:spPr/>
    </dgm:pt>
    <dgm:pt modelId="{9CB31EE5-F7A8-4883-809C-78D5E7004EEB}" type="pres">
      <dgm:prSet presAssocID="{62F15E43-2DD8-48D8-A9E2-4BA292A405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 with solid fill"/>
        </a:ext>
      </dgm:extLst>
    </dgm:pt>
    <dgm:pt modelId="{94BB7E3B-F50B-4576-88DF-59CBB79D9029}" type="pres">
      <dgm:prSet presAssocID="{62F15E43-2DD8-48D8-A9E2-4BA292A40527}" presName="spaceRect" presStyleCnt="0"/>
      <dgm:spPr/>
    </dgm:pt>
    <dgm:pt modelId="{2C1AFB64-E3AF-49F6-B2F8-E35FC9DCEC78}" type="pres">
      <dgm:prSet presAssocID="{62F15E43-2DD8-48D8-A9E2-4BA292A40527}" presName="parTx" presStyleLbl="revTx" presStyleIdx="0" presStyleCnt="3">
        <dgm:presLayoutVars>
          <dgm:chMax val="0"/>
          <dgm:chPref val="0"/>
        </dgm:presLayoutVars>
      </dgm:prSet>
      <dgm:spPr/>
    </dgm:pt>
    <dgm:pt modelId="{4A56D097-5576-4923-BCC0-1ACE97CDEEE5}" type="pres">
      <dgm:prSet presAssocID="{BC66EDD0-2C51-4B2B-B406-E02414CC7564}" presName="sibTrans" presStyleCnt="0"/>
      <dgm:spPr/>
    </dgm:pt>
    <dgm:pt modelId="{B98594AE-C238-477B-9834-B10D267CB806}" type="pres">
      <dgm:prSet presAssocID="{1191D392-D316-49C7-8033-273419F1B6B1}" presName="compNode" presStyleCnt="0"/>
      <dgm:spPr/>
    </dgm:pt>
    <dgm:pt modelId="{16FA414B-329F-45FE-895B-E2717A20944A}" type="pres">
      <dgm:prSet presAssocID="{1191D392-D316-49C7-8033-273419F1B6B1}" presName="bgRect" presStyleLbl="bgShp" presStyleIdx="1" presStyleCnt="3"/>
      <dgm:spPr/>
    </dgm:pt>
    <dgm:pt modelId="{8E8A3E11-4EAF-46D0-A121-4DC5005CE333}" type="pres">
      <dgm:prSet presAssocID="{1191D392-D316-49C7-8033-273419F1B6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344E1767-EA66-483F-AEB1-EE4D8DC9CE0C}" type="pres">
      <dgm:prSet presAssocID="{1191D392-D316-49C7-8033-273419F1B6B1}" presName="spaceRect" presStyleCnt="0"/>
      <dgm:spPr/>
    </dgm:pt>
    <dgm:pt modelId="{A973AB03-C6FE-44C4-9D7C-5411060AD890}" type="pres">
      <dgm:prSet presAssocID="{1191D392-D316-49C7-8033-273419F1B6B1}" presName="parTx" presStyleLbl="revTx" presStyleIdx="1" presStyleCnt="3">
        <dgm:presLayoutVars>
          <dgm:chMax val="0"/>
          <dgm:chPref val="0"/>
        </dgm:presLayoutVars>
      </dgm:prSet>
      <dgm:spPr/>
    </dgm:pt>
    <dgm:pt modelId="{21826B11-26A4-4DF2-9231-8D7B51913204}" type="pres">
      <dgm:prSet presAssocID="{6065F162-5BC0-41B9-B8DD-DCA81F6A0257}" presName="sibTrans" presStyleCnt="0"/>
      <dgm:spPr/>
    </dgm:pt>
    <dgm:pt modelId="{55DA2F3D-FA3A-464C-921C-5DE1020B3546}" type="pres">
      <dgm:prSet presAssocID="{647974A5-894D-4759-90A8-33A862A0FC1D}" presName="compNode" presStyleCnt="0"/>
      <dgm:spPr/>
    </dgm:pt>
    <dgm:pt modelId="{1A97F7A6-41A6-4E5A-8B30-57A0DF7C83AA}" type="pres">
      <dgm:prSet presAssocID="{647974A5-894D-4759-90A8-33A862A0FC1D}" presName="bgRect" presStyleLbl="bgShp" presStyleIdx="2" presStyleCnt="3"/>
      <dgm:spPr/>
    </dgm:pt>
    <dgm:pt modelId="{AC61EFBB-51EA-469A-9EAD-318053D2DFA1}" type="pres">
      <dgm:prSet presAssocID="{647974A5-894D-4759-90A8-33A862A0FC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 with solid fill"/>
        </a:ext>
      </dgm:extLst>
    </dgm:pt>
    <dgm:pt modelId="{0EF785F6-CC2B-495F-BC72-E0994CB5B934}" type="pres">
      <dgm:prSet presAssocID="{647974A5-894D-4759-90A8-33A862A0FC1D}" presName="spaceRect" presStyleCnt="0"/>
      <dgm:spPr/>
    </dgm:pt>
    <dgm:pt modelId="{8F889082-165D-4A58-AD88-5DFAC2D05230}" type="pres">
      <dgm:prSet presAssocID="{647974A5-894D-4759-90A8-33A862A0FC1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BD95515-8128-4926-85A1-78F53D211EF4}" type="presOf" srcId="{647974A5-894D-4759-90A8-33A862A0FC1D}" destId="{8F889082-165D-4A58-AD88-5DFAC2D05230}" srcOrd="0" destOrd="0" presId="urn:microsoft.com/office/officeart/2018/2/layout/IconVerticalSolidList"/>
    <dgm:cxn modelId="{B038E934-17FB-4FDC-A05A-70D66169E92D}" srcId="{BF20D47F-5346-4435-BDFB-8CF681A11964}" destId="{62F15E43-2DD8-48D8-A9E2-4BA292A40527}" srcOrd="0" destOrd="0" parTransId="{CCF96B68-78A1-43CB-BFA8-D688E0E8C8B7}" sibTransId="{BC66EDD0-2C51-4B2B-B406-E02414CC7564}"/>
    <dgm:cxn modelId="{4628166C-CD4A-4111-8C42-538256F04C68}" srcId="{BF20D47F-5346-4435-BDFB-8CF681A11964}" destId="{1191D392-D316-49C7-8033-273419F1B6B1}" srcOrd="1" destOrd="0" parTransId="{E0DD3064-713D-4ED4-8EA6-FB0E5AC3B9B9}" sibTransId="{6065F162-5BC0-41B9-B8DD-DCA81F6A0257}"/>
    <dgm:cxn modelId="{D0FC55C7-F69F-44E9-A0F8-8591EB034B46}" type="presOf" srcId="{62F15E43-2DD8-48D8-A9E2-4BA292A40527}" destId="{2C1AFB64-E3AF-49F6-B2F8-E35FC9DCEC78}" srcOrd="0" destOrd="0" presId="urn:microsoft.com/office/officeart/2018/2/layout/IconVerticalSolidList"/>
    <dgm:cxn modelId="{14E38BE0-915E-40EA-97CE-504479530AD9}" type="presOf" srcId="{1191D392-D316-49C7-8033-273419F1B6B1}" destId="{A973AB03-C6FE-44C4-9D7C-5411060AD890}" srcOrd="0" destOrd="0" presId="urn:microsoft.com/office/officeart/2018/2/layout/IconVerticalSolidList"/>
    <dgm:cxn modelId="{B2BA0EE7-1452-496A-83A9-C65F2CC23198}" srcId="{BF20D47F-5346-4435-BDFB-8CF681A11964}" destId="{647974A5-894D-4759-90A8-33A862A0FC1D}" srcOrd="2" destOrd="0" parTransId="{11FCB73D-F265-4D61-9344-6E7827CDFD76}" sibTransId="{DFE6CA7E-3E32-4C29-88F8-EDCE4E072C98}"/>
    <dgm:cxn modelId="{AAD7BEF2-9A50-4B88-81DF-5B39F1E6B91C}" type="presOf" srcId="{BF20D47F-5346-4435-BDFB-8CF681A11964}" destId="{D63370F3-B86C-4ED8-BE15-17556E128338}" srcOrd="0" destOrd="0" presId="urn:microsoft.com/office/officeart/2018/2/layout/IconVerticalSolidList"/>
    <dgm:cxn modelId="{F5C1EC6E-20E0-4658-A73A-FF3A3D7FFE78}" type="presParOf" srcId="{D63370F3-B86C-4ED8-BE15-17556E128338}" destId="{92716DEB-B33B-48E8-BD3B-154405F6FC9E}" srcOrd="0" destOrd="0" presId="urn:microsoft.com/office/officeart/2018/2/layout/IconVerticalSolidList"/>
    <dgm:cxn modelId="{308E537A-54F3-4686-A3D9-8F6EF3396BB6}" type="presParOf" srcId="{92716DEB-B33B-48E8-BD3B-154405F6FC9E}" destId="{896043AD-E30F-4FE7-8CEE-6B194D6C1299}" srcOrd="0" destOrd="0" presId="urn:microsoft.com/office/officeart/2018/2/layout/IconVerticalSolidList"/>
    <dgm:cxn modelId="{D5AA50AB-06BD-4870-8758-3B3DD514041E}" type="presParOf" srcId="{92716DEB-B33B-48E8-BD3B-154405F6FC9E}" destId="{9CB31EE5-F7A8-4883-809C-78D5E7004EEB}" srcOrd="1" destOrd="0" presId="urn:microsoft.com/office/officeart/2018/2/layout/IconVerticalSolidList"/>
    <dgm:cxn modelId="{5AAB5F37-5F5E-48E1-B9A4-09607865AEF0}" type="presParOf" srcId="{92716DEB-B33B-48E8-BD3B-154405F6FC9E}" destId="{94BB7E3B-F50B-4576-88DF-59CBB79D9029}" srcOrd="2" destOrd="0" presId="urn:microsoft.com/office/officeart/2018/2/layout/IconVerticalSolidList"/>
    <dgm:cxn modelId="{0431CE06-0D8E-4306-80D6-A894C616FCCF}" type="presParOf" srcId="{92716DEB-B33B-48E8-BD3B-154405F6FC9E}" destId="{2C1AFB64-E3AF-49F6-B2F8-E35FC9DCEC78}" srcOrd="3" destOrd="0" presId="urn:microsoft.com/office/officeart/2018/2/layout/IconVerticalSolidList"/>
    <dgm:cxn modelId="{EEE9CA48-9167-4F07-8898-5E6CE52F0971}" type="presParOf" srcId="{D63370F3-B86C-4ED8-BE15-17556E128338}" destId="{4A56D097-5576-4923-BCC0-1ACE97CDEEE5}" srcOrd="1" destOrd="0" presId="urn:microsoft.com/office/officeart/2018/2/layout/IconVerticalSolidList"/>
    <dgm:cxn modelId="{A0B0D8A8-5563-4A1B-873A-B3BBF5A1D5FA}" type="presParOf" srcId="{D63370F3-B86C-4ED8-BE15-17556E128338}" destId="{B98594AE-C238-477B-9834-B10D267CB806}" srcOrd="2" destOrd="0" presId="urn:microsoft.com/office/officeart/2018/2/layout/IconVerticalSolidList"/>
    <dgm:cxn modelId="{7DD70110-ACB7-4896-B024-12D2D3CB860B}" type="presParOf" srcId="{B98594AE-C238-477B-9834-B10D267CB806}" destId="{16FA414B-329F-45FE-895B-E2717A20944A}" srcOrd="0" destOrd="0" presId="urn:microsoft.com/office/officeart/2018/2/layout/IconVerticalSolidList"/>
    <dgm:cxn modelId="{CE77A33B-B598-4F36-BDBD-4B0E65737456}" type="presParOf" srcId="{B98594AE-C238-477B-9834-B10D267CB806}" destId="{8E8A3E11-4EAF-46D0-A121-4DC5005CE333}" srcOrd="1" destOrd="0" presId="urn:microsoft.com/office/officeart/2018/2/layout/IconVerticalSolidList"/>
    <dgm:cxn modelId="{E0BD2573-C195-4E4E-86FE-F3C0684771E5}" type="presParOf" srcId="{B98594AE-C238-477B-9834-B10D267CB806}" destId="{344E1767-EA66-483F-AEB1-EE4D8DC9CE0C}" srcOrd="2" destOrd="0" presId="urn:microsoft.com/office/officeart/2018/2/layout/IconVerticalSolidList"/>
    <dgm:cxn modelId="{6FDBEB85-63C3-45B4-9BFC-DAD2DCF3D703}" type="presParOf" srcId="{B98594AE-C238-477B-9834-B10D267CB806}" destId="{A973AB03-C6FE-44C4-9D7C-5411060AD890}" srcOrd="3" destOrd="0" presId="urn:microsoft.com/office/officeart/2018/2/layout/IconVerticalSolidList"/>
    <dgm:cxn modelId="{DD6C79D9-28CB-4309-AAA9-AA5C520CE967}" type="presParOf" srcId="{D63370F3-B86C-4ED8-BE15-17556E128338}" destId="{21826B11-26A4-4DF2-9231-8D7B51913204}" srcOrd="3" destOrd="0" presId="urn:microsoft.com/office/officeart/2018/2/layout/IconVerticalSolidList"/>
    <dgm:cxn modelId="{CC206243-5B14-43A1-98A7-4F78F6F1F924}" type="presParOf" srcId="{D63370F3-B86C-4ED8-BE15-17556E128338}" destId="{55DA2F3D-FA3A-464C-921C-5DE1020B3546}" srcOrd="4" destOrd="0" presId="urn:microsoft.com/office/officeart/2018/2/layout/IconVerticalSolidList"/>
    <dgm:cxn modelId="{6B545343-8845-4CB7-85E5-949C6983B3B7}" type="presParOf" srcId="{55DA2F3D-FA3A-464C-921C-5DE1020B3546}" destId="{1A97F7A6-41A6-4E5A-8B30-57A0DF7C83AA}" srcOrd="0" destOrd="0" presId="urn:microsoft.com/office/officeart/2018/2/layout/IconVerticalSolidList"/>
    <dgm:cxn modelId="{22CEE659-3990-43FF-809F-EDBA6342E5FC}" type="presParOf" srcId="{55DA2F3D-FA3A-464C-921C-5DE1020B3546}" destId="{AC61EFBB-51EA-469A-9EAD-318053D2DFA1}" srcOrd="1" destOrd="0" presId="urn:microsoft.com/office/officeart/2018/2/layout/IconVerticalSolidList"/>
    <dgm:cxn modelId="{05AEF843-AC99-4B64-983C-5AD9CF426B13}" type="presParOf" srcId="{55DA2F3D-FA3A-464C-921C-5DE1020B3546}" destId="{0EF785F6-CC2B-495F-BC72-E0994CB5B934}" srcOrd="2" destOrd="0" presId="urn:microsoft.com/office/officeart/2018/2/layout/IconVerticalSolidList"/>
    <dgm:cxn modelId="{CFC7DF58-93D0-4698-BB6B-BE3932D040A6}" type="presParOf" srcId="{55DA2F3D-FA3A-464C-921C-5DE1020B3546}" destId="{8F889082-165D-4A58-AD88-5DFAC2D052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FC7FFBC-AA1F-4B53-8070-DC698F04A4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90CEAB-F451-49E5-B52A-DECDA2D09B4E}">
      <dgm:prSet/>
      <dgm:spPr/>
      <dgm:t>
        <a:bodyPr/>
        <a:lstStyle/>
        <a:p>
          <a:r>
            <a:rPr lang="en-US"/>
            <a:t>Very small detectors, great for measuring scatter dose just outside of a beam</a:t>
          </a:r>
        </a:p>
      </dgm:t>
    </dgm:pt>
    <dgm:pt modelId="{363A8A7B-A38C-42DA-852E-295490F32286}" type="parTrans" cxnId="{2E64EC8A-9C86-4256-B268-D77F6B597614}">
      <dgm:prSet/>
      <dgm:spPr/>
      <dgm:t>
        <a:bodyPr/>
        <a:lstStyle/>
        <a:p>
          <a:endParaRPr lang="en-US"/>
        </a:p>
      </dgm:t>
    </dgm:pt>
    <dgm:pt modelId="{2E6AB385-213B-44C8-8758-9D7195D5DEBC}" type="sibTrans" cxnId="{2E64EC8A-9C86-4256-B268-D77F6B597614}">
      <dgm:prSet/>
      <dgm:spPr/>
      <dgm:t>
        <a:bodyPr/>
        <a:lstStyle/>
        <a:p>
          <a:endParaRPr lang="en-US"/>
        </a:p>
      </dgm:t>
    </dgm:pt>
    <dgm:pt modelId="{646639E7-8291-4349-BBC1-6BCA2103E804}">
      <dgm:prSet/>
      <dgm:spPr/>
      <dgm:t>
        <a:bodyPr/>
        <a:lstStyle/>
        <a:p>
          <a:r>
            <a:rPr lang="en-US"/>
            <a:t>Also used for small-field dosimetry and beam characterization</a:t>
          </a:r>
        </a:p>
      </dgm:t>
    </dgm:pt>
    <dgm:pt modelId="{B87431B1-FB26-409B-87F2-CD9AED3A186D}" type="parTrans" cxnId="{DA55FDD6-06C0-44EC-B7C7-4E03CBB4AFF0}">
      <dgm:prSet/>
      <dgm:spPr/>
      <dgm:t>
        <a:bodyPr/>
        <a:lstStyle/>
        <a:p>
          <a:endParaRPr lang="en-US"/>
        </a:p>
      </dgm:t>
    </dgm:pt>
    <dgm:pt modelId="{E1426921-F2A7-4621-9C64-1EC6D97CDA10}" type="sibTrans" cxnId="{DA55FDD6-06C0-44EC-B7C7-4E03CBB4AFF0}">
      <dgm:prSet/>
      <dgm:spPr/>
      <dgm:t>
        <a:bodyPr/>
        <a:lstStyle/>
        <a:p>
          <a:endParaRPr lang="en-US"/>
        </a:p>
      </dgm:t>
    </dgm:pt>
    <dgm:pt modelId="{38A1EEE3-9978-4517-933C-1E727C160AF3}">
      <dgm:prSet/>
      <dgm:spPr/>
      <dgm:t>
        <a:bodyPr/>
        <a:lstStyle/>
        <a:p>
          <a:r>
            <a:rPr lang="en-US"/>
            <a:t>Supplements ionization chambers, does not replace them</a:t>
          </a:r>
        </a:p>
      </dgm:t>
    </dgm:pt>
    <dgm:pt modelId="{587BB53C-F53E-45D5-BCB3-4F69B138610D}" type="parTrans" cxnId="{8CC44F41-204E-4F55-8AA2-BD8C4DC7C4F4}">
      <dgm:prSet/>
      <dgm:spPr/>
      <dgm:t>
        <a:bodyPr/>
        <a:lstStyle/>
        <a:p>
          <a:endParaRPr lang="en-US"/>
        </a:p>
      </dgm:t>
    </dgm:pt>
    <dgm:pt modelId="{CC404DBD-DFF1-499D-810D-83A3A8F55BE5}" type="sibTrans" cxnId="{8CC44F41-204E-4F55-8AA2-BD8C4DC7C4F4}">
      <dgm:prSet/>
      <dgm:spPr/>
      <dgm:t>
        <a:bodyPr/>
        <a:lstStyle/>
        <a:p>
          <a:endParaRPr lang="en-US"/>
        </a:p>
      </dgm:t>
    </dgm:pt>
    <dgm:pt modelId="{82D66599-14B6-4961-940B-28CBB7AAC697}">
      <dgm:prSet/>
      <dgm:spPr/>
      <dgm:t>
        <a:bodyPr/>
        <a:lstStyle/>
        <a:p>
          <a:r>
            <a:rPr lang="en-US"/>
            <a:t>MOSFETs are very similar to diodes, the added complexity is not useful here</a:t>
          </a:r>
        </a:p>
      </dgm:t>
    </dgm:pt>
    <dgm:pt modelId="{5A2DC825-37B1-4927-ABEE-F4BB2D3C8394}" type="parTrans" cxnId="{90DA3114-F41D-4D2D-B0FE-ACCE5C41B7A5}">
      <dgm:prSet/>
      <dgm:spPr/>
      <dgm:t>
        <a:bodyPr/>
        <a:lstStyle/>
        <a:p>
          <a:endParaRPr lang="en-US"/>
        </a:p>
      </dgm:t>
    </dgm:pt>
    <dgm:pt modelId="{8F74233C-F7AB-4892-8FB5-1EF57FF794FD}" type="sibTrans" cxnId="{90DA3114-F41D-4D2D-B0FE-ACCE5C41B7A5}">
      <dgm:prSet/>
      <dgm:spPr/>
      <dgm:t>
        <a:bodyPr/>
        <a:lstStyle/>
        <a:p>
          <a:endParaRPr lang="en-US"/>
        </a:p>
      </dgm:t>
    </dgm:pt>
    <dgm:pt modelId="{D329CAA4-9CD9-4BF3-904B-C7D451C6D0FB}" type="pres">
      <dgm:prSet presAssocID="{3FC7FFBC-AA1F-4B53-8070-DC698F04A414}" presName="root" presStyleCnt="0">
        <dgm:presLayoutVars>
          <dgm:dir/>
          <dgm:resizeHandles val="exact"/>
        </dgm:presLayoutVars>
      </dgm:prSet>
      <dgm:spPr/>
    </dgm:pt>
    <dgm:pt modelId="{0D087129-5312-4BDF-AD5E-AD06289AEAD2}" type="pres">
      <dgm:prSet presAssocID="{E690CEAB-F451-49E5-B52A-DECDA2D09B4E}" presName="compNode" presStyleCnt="0"/>
      <dgm:spPr/>
    </dgm:pt>
    <dgm:pt modelId="{804C1D52-0938-4647-B4A0-8837FFDBD4E0}" type="pres">
      <dgm:prSet presAssocID="{E690CEAB-F451-49E5-B52A-DECDA2D09B4E}" presName="bgRect" presStyleLbl="bgShp" presStyleIdx="0" presStyleCnt="4"/>
      <dgm:spPr/>
    </dgm:pt>
    <dgm:pt modelId="{EF509C7E-966A-49B1-9736-0A6729E760ED}" type="pres">
      <dgm:prSet presAssocID="{E690CEAB-F451-49E5-B52A-DECDA2D09B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9E0C1DC2-B5B7-4DD9-9BE6-3F9F8B0F0637}" type="pres">
      <dgm:prSet presAssocID="{E690CEAB-F451-49E5-B52A-DECDA2D09B4E}" presName="spaceRect" presStyleCnt="0"/>
      <dgm:spPr/>
    </dgm:pt>
    <dgm:pt modelId="{7165AB8B-0778-44BB-9B26-CB7A665FBC62}" type="pres">
      <dgm:prSet presAssocID="{E690CEAB-F451-49E5-B52A-DECDA2D09B4E}" presName="parTx" presStyleLbl="revTx" presStyleIdx="0" presStyleCnt="4">
        <dgm:presLayoutVars>
          <dgm:chMax val="0"/>
          <dgm:chPref val="0"/>
        </dgm:presLayoutVars>
      </dgm:prSet>
      <dgm:spPr/>
    </dgm:pt>
    <dgm:pt modelId="{2BBB44F9-6C15-4089-BB69-DD81D3D4A04C}" type="pres">
      <dgm:prSet presAssocID="{2E6AB385-213B-44C8-8758-9D7195D5DEBC}" presName="sibTrans" presStyleCnt="0"/>
      <dgm:spPr/>
    </dgm:pt>
    <dgm:pt modelId="{B88171C0-9829-4F8E-906A-BC6621CC8E92}" type="pres">
      <dgm:prSet presAssocID="{646639E7-8291-4349-BBC1-6BCA2103E804}" presName="compNode" presStyleCnt="0"/>
      <dgm:spPr/>
    </dgm:pt>
    <dgm:pt modelId="{64B9494C-7914-485E-B23F-DDAA2774404C}" type="pres">
      <dgm:prSet presAssocID="{646639E7-8291-4349-BBC1-6BCA2103E804}" presName="bgRect" presStyleLbl="bgShp" presStyleIdx="1" presStyleCnt="4"/>
      <dgm:spPr/>
    </dgm:pt>
    <dgm:pt modelId="{EFF156C0-9443-42C4-86B5-E5AAB618BC0B}" type="pres">
      <dgm:prSet presAssocID="{646639E7-8291-4349-BBC1-6BCA2103E8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DEAF13D-3767-437E-89E3-3BBA47A30EEA}" type="pres">
      <dgm:prSet presAssocID="{646639E7-8291-4349-BBC1-6BCA2103E804}" presName="spaceRect" presStyleCnt="0"/>
      <dgm:spPr/>
    </dgm:pt>
    <dgm:pt modelId="{236D739B-75B7-4462-BCC8-93BED8D38A4A}" type="pres">
      <dgm:prSet presAssocID="{646639E7-8291-4349-BBC1-6BCA2103E804}" presName="parTx" presStyleLbl="revTx" presStyleIdx="1" presStyleCnt="4">
        <dgm:presLayoutVars>
          <dgm:chMax val="0"/>
          <dgm:chPref val="0"/>
        </dgm:presLayoutVars>
      </dgm:prSet>
      <dgm:spPr/>
    </dgm:pt>
    <dgm:pt modelId="{787131C0-C15F-46D8-855B-F5FEE325E2C5}" type="pres">
      <dgm:prSet presAssocID="{E1426921-F2A7-4621-9C64-1EC6D97CDA10}" presName="sibTrans" presStyleCnt="0"/>
      <dgm:spPr/>
    </dgm:pt>
    <dgm:pt modelId="{E0FA4BF6-8C7D-45CD-9E88-486B5CDC8F3D}" type="pres">
      <dgm:prSet presAssocID="{38A1EEE3-9978-4517-933C-1E727C160AF3}" presName="compNode" presStyleCnt="0"/>
      <dgm:spPr/>
    </dgm:pt>
    <dgm:pt modelId="{D73088E3-7628-4568-AB9A-836438CA13CF}" type="pres">
      <dgm:prSet presAssocID="{38A1EEE3-9978-4517-933C-1E727C160AF3}" presName="bgRect" presStyleLbl="bgShp" presStyleIdx="2" presStyleCnt="4"/>
      <dgm:spPr/>
    </dgm:pt>
    <dgm:pt modelId="{496A9341-DD45-4CAC-B105-31FFEBB9522C}" type="pres">
      <dgm:prSet presAssocID="{38A1EEE3-9978-4517-933C-1E727C160A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8FFA3C89-C431-4CE1-9439-98196DBC594E}" type="pres">
      <dgm:prSet presAssocID="{38A1EEE3-9978-4517-933C-1E727C160AF3}" presName="spaceRect" presStyleCnt="0"/>
      <dgm:spPr/>
    </dgm:pt>
    <dgm:pt modelId="{FC63A935-D500-4233-B900-E8245111AEBA}" type="pres">
      <dgm:prSet presAssocID="{38A1EEE3-9978-4517-933C-1E727C160AF3}" presName="parTx" presStyleLbl="revTx" presStyleIdx="2" presStyleCnt="4">
        <dgm:presLayoutVars>
          <dgm:chMax val="0"/>
          <dgm:chPref val="0"/>
        </dgm:presLayoutVars>
      </dgm:prSet>
      <dgm:spPr/>
    </dgm:pt>
    <dgm:pt modelId="{28E940FD-5F27-4627-A7C0-E4D01DCB763D}" type="pres">
      <dgm:prSet presAssocID="{CC404DBD-DFF1-499D-810D-83A3A8F55BE5}" presName="sibTrans" presStyleCnt="0"/>
      <dgm:spPr/>
    </dgm:pt>
    <dgm:pt modelId="{8B2FC416-1C97-4E35-8154-FDD2EF5FC7F6}" type="pres">
      <dgm:prSet presAssocID="{82D66599-14B6-4961-940B-28CBB7AAC697}" presName="compNode" presStyleCnt="0"/>
      <dgm:spPr/>
    </dgm:pt>
    <dgm:pt modelId="{19087729-C891-4AD5-B075-ACB4CF56F664}" type="pres">
      <dgm:prSet presAssocID="{82D66599-14B6-4961-940B-28CBB7AAC697}" presName="bgRect" presStyleLbl="bgShp" presStyleIdx="3" presStyleCnt="4"/>
      <dgm:spPr/>
    </dgm:pt>
    <dgm:pt modelId="{EAC440DA-A5AB-49BA-AC5A-CFEB23B648A6}" type="pres">
      <dgm:prSet presAssocID="{82D66599-14B6-4961-940B-28CBB7AAC6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A1D49BD2-421B-47A5-93EF-69DA379AE121}" type="pres">
      <dgm:prSet presAssocID="{82D66599-14B6-4961-940B-28CBB7AAC697}" presName="spaceRect" presStyleCnt="0"/>
      <dgm:spPr/>
    </dgm:pt>
    <dgm:pt modelId="{F9E4B484-3473-42DC-AACE-F2FF94CF4B60}" type="pres">
      <dgm:prSet presAssocID="{82D66599-14B6-4961-940B-28CBB7AAC69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0DA3114-F41D-4D2D-B0FE-ACCE5C41B7A5}" srcId="{3FC7FFBC-AA1F-4B53-8070-DC698F04A414}" destId="{82D66599-14B6-4961-940B-28CBB7AAC697}" srcOrd="3" destOrd="0" parTransId="{5A2DC825-37B1-4927-ABEE-F4BB2D3C8394}" sibTransId="{8F74233C-F7AB-4892-8FB5-1EF57FF794FD}"/>
    <dgm:cxn modelId="{92305019-643D-4084-8BB9-E986CEE79126}" type="presOf" srcId="{82D66599-14B6-4961-940B-28CBB7AAC697}" destId="{F9E4B484-3473-42DC-AACE-F2FF94CF4B60}" srcOrd="0" destOrd="0" presId="urn:microsoft.com/office/officeart/2018/2/layout/IconVerticalSolidList"/>
    <dgm:cxn modelId="{8CC44F41-204E-4F55-8AA2-BD8C4DC7C4F4}" srcId="{3FC7FFBC-AA1F-4B53-8070-DC698F04A414}" destId="{38A1EEE3-9978-4517-933C-1E727C160AF3}" srcOrd="2" destOrd="0" parTransId="{587BB53C-F53E-45D5-BCB3-4F69B138610D}" sibTransId="{CC404DBD-DFF1-499D-810D-83A3A8F55BE5}"/>
    <dgm:cxn modelId="{D891F56C-F060-4E94-867C-41B330F4C0E7}" type="presOf" srcId="{646639E7-8291-4349-BBC1-6BCA2103E804}" destId="{236D739B-75B7-4462-BCC8-93BED8D38A4A}" srcOrd="0" destOrd="0" presId="urn:microsoft.com/office/officeart/2018/2/layout/IconVerticalSolidList"/>
    <dgm:cxn modelId="{2E64EC8A-9C86-4256-B268-D77F6B597614}" srcId="{3FC7FFBC-AA1F-4B53-8070-DC698F04A414}" destId="{E690CEAB-F451-49E5-B52A-DECDA2D09B4E}" srcOrd="0" destOrd="0" parTransId="{363A8A7B-A38C-42DA-852E-295490F32286}" sibTransId="{2E6AB385-213B-44C8-8758-9D7195D5DEBC}"/>
    <dgm:cxn modelId="{2F16C9C6-D5F2-41F6-8693-A16463FB0E42}" type="presOf" srcId="{E690CEAB-F451-49E5-B52A-DECDA2D09B4E}" destId="{7165AB8B-0778-44BB-9B26-CB7A665FBC62}" srcOrd="0" destOrd="0" presId="urn:microsoft.com/office/officeart/2018/2/layout/IconVerticalSolidList"/>
    <dgm:cxn modelId="{DA55FDD6-06C0-44EC-B7C7-4E03CBB4AFF0}" srcId="{3FC7FFBC-AA1F-4B53-8070-DC698F04A414}" destId="{646639E7-8291-4349-BBC1-6BCA2103E804}" srcOrd="1" destOrd="0" parTransId="{B87431B1-FB26-409B-87F2-CD9AED3A186D}" sibTransId="{E1426921-F2A7-4621-9C64-1EC6D97CDA10}"/>
    <dgm:cxn modelId="{0F11F2D9-DEB9-45E3-B2E3-2C5F4D2FCB69}" type="presOf" srcId="{38A1EEE3-9978-4517-933C-1E727C160AF3}" destId="{FC63A935-D500-4233-B900-E8245111AEBA}" srcOrd="0" destOrd="0" presId="urn:microsoft.com/office/officeart/2018/2/layout/IconVerticalSolidList"/>
    <dgm:cxn modelId="{2DA0DCE9-FC1E-4D8C-B9EC-9E6040A5DA49}" type="presOf" srcId="{3FC7FFBC-AA1F-4B53-8070-DC698F04A414}" destId="{D329CAA4-9CD9-4BF3-904B-C7D451C6D0FB}" srcOrd="0" destOrd="0" presId="urn:microsoft.com/office/officeart/2018/2/layout/IconVerticalSolidList"/>
    <dgm:cxn modelId="{896A87DD-8A76-4EDF-A478-34053A5A595B}" type="presParOf" srcId="{D329CAA4-9CD9-4BF3-904B-C7D451C6D0FB}" destId="{0D087129-5312-4BDF-AD5E-AD06289AEAD2}" srcOrd="0" destOrd="0" presId="urn:microsoft.com/office/officeart/2018/2/layout/IconVerticalSolidList"/>
    <dgm:cxn modelId="{488C9806-9675-4DAD-B48A-8EDB99014BEC}" type="presParOf" srcId="{0D087129-5312-4BDF-AD5E-AD06289AEAD2}" destId="{804C1D52-0938-4647-B4A0-8837FFDBD4E0}" srcOrd="0" destOrd="0" presId="urn:microsoft.com/office/officeart/2018/2/layout/IconVerticalSolidList"/>
    <dgm:cxn modelId="{2E9D9BF7-90A9-4E11-9EE7-27BACF115A91}" type="presParOf" srcId="{0D087129-5312-4BDF-AD5E-AD06289AEAD2}" destId="{EF509C7E-966A-49B1-9736-0A6729E760ED}" srcOrd="1" destOrd="0" presId="urn:microsoft.com/office/officeart/2018/2/layout/IconVerticalSolidList"/>
    <dgm:cxn modelId="{21C8CB72-C10C-48D1-9269-9BF34402EE43}" type="presParOf" srcId="{0D087129-5312-4BDF-AD5E-AD06289AEAD2}" destId="{9E0C1DC2-B5B7-4DD9-9BE6-3F9F8B0F0637}" srcOrd="2" destOrd="0" presId="urn:microsoft.com/office/officeart/2018/2/layout/IconVerticalSolidList"/>
    <dgm:cxn modelId="{FCCCEAAD-8D6D-4BA7-BF36-0BB6632F8ED3}" type="presParOf" srcId="{0D087129-5312-4BDF-AD5E-AD06289AEAD2}" destId="{7165AB8B-0778-44BB-9B26-CB7A665FBC62}" srcOrd="3" destOrd="0" presId="urn:microsoft.com/office/officeart/2018/2/layout/IconVerticalSolidList"/>
    <dgm:cxn modelId="{6E737A6D-48F8-4070-AE8F-6A19D38C707B}" type="presParOf" srcId="{D329CAA4-9CD9-4BF3-904B-C7D451C6D0FB}" destId="{2BBB44F9-6C15-4089-BB69-DD81D3D4A04C}" srcOrd="1" destOrd="0" presId="urn:microsoft.com/office/officeart/2018/2/layout/IconVerticalSolidList"/>
    <dgm:cxn modelId="{9C5AA00C-2A13-448E-BB47-808A4460B01F}" type="presParOf" srcId="{D329CAA4-9CD9-4BF3-904B-C7D451C6D0FB}" destId="{B88171C0-9829-4F8E-906A-BC6621CC8E92}" srcOrd="2" destOrd="0" presId="urn:microsoft.com/office/officeart/2018/2/layout/IconVerticalSolidList"/>
    <dgm:cxn modelId="{0DD0B20C-E81A-4944-A87D-2C5131A014EB}" type="presParOf" srcId="{B88171C0-9829-4F8E-906A-BC6621CC8E92}" destId="{64B9494C-7914-485E-B23F-DDAA2774404C}" srcOrd="0" destOrd="0" presId="urn:microsoft.com/office/officeart/2018/2/layout/IconVerticalSolidList"/>
    <dgm:cxn modelId="{5C472683-3D13-4C14-B28B-FB3097578890}" type="presParOf" srcId="{B88171C0-9829-4F8E-906A-BC6621CC8E92}" destId="{EFF156C0-9443-42C4-86B5-E5AAB618BC0B}" srcOrd="1" destOrd="0" presId="urn:microsoft.com/office/officeart/2018/2/layout/IconVerticalSolidList"/>
    <dgm:cxn modelId="{8FB0CA7A-032B-4160-A5AD-FD450BD7D228}" type="presParOf" srcId="{B88171C0-9829-4F8E-906A-BC6621CC8E92}" destId="{3DEAF13D-3767-437E-89E3-3BBA47A30EEA}" srcOrd="2" destOrd="0" presId="urn:microsoft.com/office/officeart/2018/2/layout/IconVerticalSolidList"/>
    <dgm:cxn modelId="{455C710E-A3F0-44EC-B687-15294626041E}" type="presParOf" srcId="{B88171C0-9829-4F8E-906A-BC6621CC8E92}" destId="{236D739B-75B7-4462-BCC8-93BED8D38A4A}" srcOrd="3" destOrd="0" presId="urn:microsoft.com/office/officeart/2018/2/layout/IconVerticalSolidList"/>
    <dgm:cxn modelId="{61E8E9C1-3475-466D-BBB8-6FDED0784888}" type="presParOf" srcId="{D329CAA4-9CD9-4BF3-904B-C7D451C6D0FB}" destId="{787131C0-C15F-46D8-855B-F5FEE325E2C5}" srcOrd="3" destOrd="0" presId="urn:microsoft.com/office/officeart/2018/2/layout/IconVerticalSolidList"/>
    <dgm:cxn modelId="{C1B017C0-FB63-40F3-8E89-6D9A82F204D6}" type="presParOf" srcId="{D329CAA4-9CD9-4BF3-904B-C7D451C6D0FB}" destId="{E0FA4BF6-8C7D-45CD-9E88-486B5CDC8F3D}" srcOrd="4" destOrd="0" presId="urn:microsoft.com/office/officeart/2018/2/layout/IconVerticalSolidList"/>
    <dgm:cxn modelId="{A7423C1E-CC2E-4D1E-91EE-DF20FDBD5B57}" type="presParOf" srcId="{E0FA4BF6-8C7D-45CD-9E88-486B5CDC8F3D}" destId="{D73088E3-7628-4568-AB9A-836438CA13CF}" srcOrd="0" destOrd="0" presId="urn:microsoft.com/office/officeart/2018/2/layout/IconVerticalSolidList"/>
    <dgm:cxn modelId="{509FB4FF-9ED9-4621-843D-D646CDCB0567}" type="presParOf" srcId="{E0FA4BF6-8C7D-45CD-9E88-486B5CDC8F3D}" destId="{496A9341-DD45-4CAC-B105-31FFEBB9522C}" srcOrd="1" destOrd="0" presId="urn:microsoft.com/office/officeart/2018/2/layout/IconVerticalSolidList"/>
    <dgm:cxn modelId="{95EE53ED-A3E8-4BFB-A31F-8A1E902FA78D}" type="presParOf" srcId="{E0FA4BF6-8C7D-45CD-9E88-486B5CDC8F3D}" destId="{8FFA3C89-C431-4CE1-9439-98196DBC594E}" srcOrd="2" destOrd="0" presId="urn:microsoft.com/office/officeart/2018/2/layout/IconVerticalSolidList"/>
    <dgm:cxn modelId="{77ABC151-9432-4B41-A74B-09D2D239691F}" type="presParOf" srcId="{E0FA4BF6-8C7D-45CD-9E88-486B5CDC8F3D}" destId="{FC63A935-D500-4233-B900-E8245111AEBA}" srcOrd="3" destOrd="0" presId="urn:microsoft.com/office/officeart/2018/2/layout/IconVerticalSolidList"/>
    <dgm:cxn modelId="{BF73A398-DBA8-41BE-BB6F-2EF650E755FB}" type="presParOf" srcId="{D329CAA4-9CD9-4BF3-904B-C7D451C6D0FB}" destId="{28E940FD-5F27-4627-A7C0-E4D01DCB763D}" srcOrd="5" destOrd="0" presId="urn:microsoft.com/office/officeart/2018/2/layout/IconVerticalSolidList"/>
    <dgm:cxn modelId="{689C004E-5444-48D1-AB38-5746F7F9851D}" type="presParOf" srcId="{D329CAA4-9CD9-4BF3-904B-C7D451C6D0FB}" destId="{8B2FC416-1C97-4E35-8154-FDD2EF5FC7F6}" srcOrd="6" destOrd="0" presId="urn:microsoft.com/office/officeart/2018/2/layout/IconVerticalSolidList"/>
    <dgm:cxn modelId="{1816601D-FE5D-48F8-BA78-0488F9560079}" type="presParOf" srcId="{8B2FC416-1C97-4E35-8154-FDD2EF5FC7F6}" destId="{19087729-C891-4AD5-B075-ACB4CF56F664}" srcOrd="0" destOrd="0" presId="urn:microsoft.com/office/officeart/2018/2/layout/IconVerticalSolidList"/>
    <dgm:cxn modelId="{C75D72F5-9C4E-40A7-8653-59AF78D2135E}" type="presParOf" srcId="{8B2FC416-1C97-4E35-8154-FDD2EF5FC7F6}" destId="{EAC440DA-A5AB-49BA-AC5A-CFEB23B648A6}" srcOrd="1" destOrd="0" presId="urn:microsoft.com/office/officeart/2018/2/layout/IconVerticalSolidList"/>
    <dgm:cxn modelId="{0FC6F631-6C3B-4263-AC65-915DE0516FC3}" type="presParOf" srcId="{8B2FC416-1C97-4E35-8154-FDD2EF5FC7F6}" destId="{A1D49BD2-421B-47A5-93EF-69DA379AE121}" srcOrd="2" destOrd="0" presId="urn:microsoft.com/office/officeart/2018/2/layout/IconVerticalSolidList"/>
    <dgm:cxn modelId="{5AA40877-AC83-498D-AB3B-44BB731E1BC8}" type="presParOf" srcId="{8B2FC416-1C97-4E35-8154-FDD2EF5FC7F6}" destId="{F9E4B484-3473-42DC-AACE-F2FF94CF4B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137B97F-B231-4930-A9A7-95F0804BE60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1BCF0F-3874-4E4A-B284-B20766A57E2E}">
      <dgm:prSet/>
      <dgm:spPr/>
      <dgm:t>
        <a:bodyPr/>
        <a:lstStyle/>
        <a:p>
          <a:r>
            <a:rPr lang="en-US"/>
            <a:t>Scintillators emit visible light or UV radiation after ionization from radiation</a:t>
          </a:r>
        </a:p>
      </dgm:t>
    </dgm:pt>
    <dgm:pt modelId="{AA136AE8-3A6A-48D4-8DBC-AAC3ED91681C}" type="parTrans" cxnId="{81BB1402-AC30-41AE-A6AE-4B589C20E01E}">
      <dgm:prSet/>
      <dgm:spPr/>
      <dgm:t>
        <a:bodyPr/>
        <a:lstStyle/>
        <a:p>
          <a:endParaRPr lang="en-US"/>
        </a:p>
      </dgm:t>
    </dgm:pt>
    <dgm:pt modelId="{BF970891-A68C-4370-B73A-096D5F4F083C}" type="sibTrans" cxnId="{81BB1402-AC30-41AE-A6AE-4B589C20E01E}">
      <dgm:prSet/>
      <dgm:spPr/>
      <dgm:t>
        <a:bodyPr/>
        <a:lstStyle/>
        <a:p>
          <a:endParaRPr lang="en-US"/>
        </a:p>
      </dgm:t>
    </dgm:pt>
    <dgm:pt modelId="{FD8C4F5A-C8EE-48EB-ABB9-EE6AA2A3D5A8}">
      <dgm:prSet/>
      <dgm:spPr/>
      <dgm:t>
        <a:bodyPr/>
        <a:lstStyle/>
        <a:p>
          <a:r>
            <a:rPr lang="en-US"/>
            <a:t>The emitted light can be seen with the naked eye, but is often amplified</a:t>
          </a:r>
        </a:p>
      </dgm:t>
    </dgm:pt>
    <dgm:pt modelId="{1CA18177-0FAC-4D40-98C0-7C90ABA387F1}" type="parTrans" cxnId="{2CAFBA6B-6DBE-4113-BA1C-7E9FA1F7C1EA}">
      <dgm:prSet/>
      <dgm:spPr/>
      <dgm:t>
        <a:bodyPr/>
        <a:lstStyle/>
        <a:p>
          <a:endParaRPr lang="en-US"/>
        </a:p>
      </dgm:t>
    </dgm:pt>
    <dgm:pt modelId="{973D8B74-0AA5-41C1-A461-0E27302C4078}" type="sibTrans" cxnId="{2CAFBA6B-6DBE-4113-BA1C-7E9FA1F7C1EA}">
      <dgm:prSet/>
      <dgm:spPr/>
      <dgm:t>
        <a:bodyPr/>
        <a:lstStyle/>
        <a:p>
          <a:endParaRPr lang="en-US"/>
        </a:p>
      </dgm:t>
    </dgm:pt>
    <dgm:pt modelId="{130BA7B8-8676-4A58-A59C-D735E96A40BD}">
      <dgm:prSet/>
      <dgm:spPr/>
      <dgm:t>
        <a:bodyPr/>
        <a:lstStyle/>
        <a:p>
          <a:r>
            <a:rPr lang="en-US"/>
            <a:t>Many types and kinds of scintillation, know that plastic (organic) and some metals (inorganic) are the most common categories</a:t>
          </a:r>
        </a:p>
      </dgm:t>
    </dgm:pt>
    <dgm:pt modelId="{1DAFC21D-2128-435B-97BD-A1E6F2849C29}" type="parTrans" cxnId="{5864B3F1-2E4C-432B-A82B-DB66AA62CFE4}">
      <dgm:prSet/>
      <dgm:spPr/>
      <dgm:t>
        <a:bodyPr/>
        <a:lstStyle/>
        <a:p>
          <a:endParaRPr lang="en-US"/>
        </a:p>
      </dgm:t>
    </dgm:pt>
    <dgm:pt modelId="{C9525208-A56B-4182-9B39-D502780CE3C3}" type="sibTrans" cxnId="{5864B3F1-2E4C-432B-A82B-DB66AA62CFE4}">
      <dgm:prSet/>
      <dgm:spPr/>
      <dgm:t>
        <a:bodyPr/>
        <a:lstStyle/>
        <a:p>
          <a:endParaRPr lang="en-US"/>
        </a:p>
      </dgm:t>
    </dgm:pt>
    <dgm:pt modelId="{B2CA57C2-4363-4B29-B477-C9B86E943244}">
      <dgm:prSet/>
      <dgm:spPr/>
      <dgm:t>
        <a:bodyPr/>
        <a:lstStyle/>
        <a:p>
          <a:r>
            <a:rPr lang="en-US"/>
            <a:t>Inorganic scintillators often require impurities (doping), but they are better at detecting photons</a:t>
          </a:r>
        </a:p>
      </dgm:t>
    </dgm:pt>
    <dgm:pt modelId="{E7EC4789-839F-4C1A-9981-7A3C58230A98}" type="parTrans" cxnId="{07C74611-EA12-453D-9C05-53AEE7011C52}">
      <dgm:prSet/>
      <dgm:spPr/>
      <dgm:t>
        <a:bodyPr/>
        <a:lstStyle/>
        <a:p>
          <a:endParaRPr lang="en-US"/>
        </a:p>
      </dgm:t>
    </dgm:pt>
    <dgm:pt modelId="{CC007121-5FCB-4C05-A7DA-32D26DFF19F9}" type="sibTrans" cxnId="{07C74611-EA12-453D-9C05-53AEE7011C52}">
      <dgm:prSet/>
      <dgm:spPr/>
      <dgm:t>
        <a:bodyPr/>
        <a:lstStyle/>
        <a:p>
          <a:endParaRPr lang="en-US"/>
        </a:p>
      </dgm:t>
    </dgm:pt>
    <dgm:pt modelId="{A73AA5BB-B53B-4085-BC75-4551CB5B4060}" type="pres">
      <dgm:prSet presAssocID="{0137B97F-B231-4930-A9A7-95F0804BE60D}" presName="vert0" presStyleCnt="0">
        <dgm:presLayoutVars>
          <dgm:dir/>
          <dgm:animOne val="branch"/>
          <dgm:animLvl val="lvl"/>
        </dgm:presLayoutVars>
      </dgm:prSet>
      <dgm:spPr/>
    </dgm:pt>
    <dgm:pt modelId="{6695E06B-16D4-41F4-9710-16339A55D3E9}" type="pres">
      <dgm:prSet presAssocID="{D31BCF0F-3874-4E4A-B284-B20766A57E2E}" presName="thickLine" presStyleLbl="alignNode1" presStyleIdx="0" presStyleCnt="4"/>
      <dgm:spPr/>
    </dgm:pt>
    <dgm:pt modelId="{8112DB89-F854-4091-8948-C7794F272640}" type="pres">
      <dgm:prSet presAssocID="{D31BCF0F-3874-4E4A-B284-B20766A57E2E}" presName="horz1" presStyleCnt="0"/>
      <dgm:spPr/>
    </dgm:pt>
    <dgm:pt modelId="{2AD06DBB-FDAE-490C-BA02-3A147EE4577A}" type="pres">
      <dgm:prSet presAssocID="{D31BCF0F-3874-4E4A-B284-B20766A57E2E}" presName="tx1" presStyleLbl="revTx" presStyleIdx="0" presStyleCnt="4"/>
      <dgm:spPr/>
    </dgm:pt>
    <dgm:pt modelId="{992232D1-A9EA-46FB-A4F3-DC2E8B80A9C8}" type="pres">
      <dgm:prSet presAssocID="{D31BCF0F-3874-4E4A-B284-B20766A57E2E}" presName="vert1" presStyleCnt="0"/>
      <dgm:spPr/>
    </dgm:pt>
    <dgm:pt modelId="{EA9467D3-6FC9-4FE2-97F3-5480E054A38A}" type="pres">
      <dgm:prSet presAssocID="{FD8C4F5A-C8EE-48EB-ABB9-EE6AA2A3D5A8}" presName="thickLine" presStyleLbl="alignNode1" presStyleIdx="1" presStyleCnt="4"/>
      <dgm:spPr/>
    </dgm:pt>
    <dgm:pt modelId="{6C5CDF0C-D1AE-451F-BF93-FC806EDDEA08}" type="pres">
      <dgm:prSet presAssocID="{FD8C4F5A-C8EE-48EB-ABB9-EE6AA2A3D5A8}" presName="horz1" presStyleCnt="0"/>
      <dgm:spPr/>
    </dgm:pt>
    <dgm:pt modelId="{47E8F2C7-4B80-4BF5-A02B-383DC41977E0}" type="pres">
      <dgm:prSet presAssocID="{FD8C4F5A-C8EE-48EB-ABB9-EE6AA2A3D5A8}" presName="tx1" presStyleLbl="revTx" presStyleIdx="1" presStyleCnt="4"/>
      <dgm:spPr/>
    </dgm:pt>
    <dgm:pt modelId="{AAA9E3A1-A6D1-4D07-B900-BD8BDC91F3A2}" type="pres">
      <dgm:prSet presAssocID="{FD8C4F5A-C8EE-48EB-ABB9-EE6AA2A3D5A8}" presName="vert1" presStyleCnt="0"/>
      <dgm:spPr/>
    </dgm:pt>
    <dgm:pt modelId="{E3052C89-483F-46A0-A188-DF57063DBD02}" type="pres">
      <dgm:prSet presAssocID="{130BA7B8-8676-4A58-A59C-D735E96A40BD}" presName="thickLine" presStyleLbl="alignNode1" presStyleIdx="2" presStyleCnt="4"/>
      <dgm:spPr/>
    </dgm:pt>
    <dgm:pt modelId="{4059025A-8D1C-454C-9592-96DBFE4F5890}" type="pres">
      <dgm:prSet presAssocID="{130BA7B8-8676-4A58-A59C-D735E96A40BD}" presName="horz1" presStyleCnt="0"/>
      <dgm:spPr/>
    </dgm:pt>
    <dgm:pt modelId="{82EED57A-4049-41D8-B3F0-DA2EA2693C71}" type="pres">
      <dgm:prSet presAssocID="{130BA7B8-8676-4A58-A59C-D735E96A40BD}" presName="tx1" presStyleLbl="revTx" presStyleIdx="2" presStyleCnt="4"/>
      <dgm:spPr/>
    </dgm:pt>
    <dgm:pt modelId="{E57D3CE4-A6A1-4C08-BD21-C19D5211DFE7}" type="pres">
      <dgm:prSet presAssocID="{130BA7B8-8676-4A58-A59C-D735E96A40BD}" presName="vert1" presStyleCnt="0"/>
      <dgm:spPr/>
    </dgm:pt>
    <dgm:pt modelId="{76C7C328-41AA-4082-9028-B02A5B1B28C9}" type="pres">
      <dgm:prSet presAssocID="{B2CA57C2-4363-4B29-B477-C9B86E943244}" presName="thickLine" presStyleLbl="alignNode1" presStyleIdx="3" presStyleCnt="4"/>
      <dgm:spPr/>
    </dgm:pt>
    <dgm:pt modelId="{6A07942B-CF84-4E76-8360-A3A1A0B36DFD}" type="pres">
      <dgm:prSet presAssocID="{B2CA57C2-4363-4B29-B477-C9B86E943244}" presName="horz1" presStyleCnt="0"/>
      <dgm:spPr/>
    </dgm:pt>
    <dgm:pt modelId="{ACB5FC09-5602-41BC-B0DB-FE57734FD7FE}" type="pres">
      <dgm:prSet presAssocID="{B2CA57C2-4363-4B29-B477-C9B86E943244}" presName="tx1" presStyleLbl="revTx" presStyleIdx="3" presStyleCnt="4"/>
      <dgm:spPr/>
    </dgm:pt>
    <dgm:pt modelId="{D37A4859-0D21-4DDD-BA88-83F883115010}" type="pres">
      <dgm:prSet presAssocID="{B2CA57C2-4363-4B29-B477-C9B86E943244}" presName="vert1" presStyleCnt="0"/>
      <dgm:spPr/>
    </dgm:pt>
  </dgm:ptLst>
  <dgm:cxnLst>
    <dgm:cxn modelId="{81BB1402-AC30-41AE-A6AE-4B589C20E01E}" srcId="{0137B97F-B231-4930-A9A7-95F0804BE60D}" destId="{D31BCF0F-3874-4E4A-B284-B20766A57E2E}" srcOrd="0" destOrd="0" parTransId="{AA136AE8-3A6A-48D4-8DBC-AAC3ED91681C}" sibTransId="{BF970891-A68C-4370-B73A-096D5F4F083C}"/>
    <dgm:cxn modelId="{F8512F08-D345-47BA-AAF4-43B6FBFB638E}" type="presOf" srcId="{0137B97F-B231-4930-A9A7-95F0804BE60D}" destId="{A73AA5BB-B53B-4085-BC75-4551CB5B4060}" srcOrd="0" destOrd="0" presId="urn:microsoft.com/office/officeart/2008/layout/LinedList"/>
    <dgm:cxn modelId="{07C74611-EA12-453D-9C05-53AEE7011C52}" srcId="{0137B97F-B231-4930-A9A7-95F0804BE60D}" destId="{B2CA57C2-4363-4B29-B477-C9B86E943244}" srcOrd="3" destOrd="0" parTransId="{E7EC4789-839F-4C1A-9981-7A3C58230A98}" sibTransId="{CC007121-5FCB-4C05-A7DA-32D26DFF19F9}"/>
    <dgm:cxn modelId="{4C91CB64-5B11-41CB-B247-476AF6085F36}" type="presOf" srcId="{FD8C4F5A-C8EE-48EB-ABB9-EE6AA2A3D5A8}" destId="{47E8F2C7-4B80-4BF5-A02B-383DC41977E0}" srcOrd="0" destOrd="0" presId="urn:microsoft.com/office/officeart/2008/layout/LinedList"/>
    <dgm:cxn modelId="{2CAFBA6B-6DBE-4113-BA1C-7E9FA1F7C1EA}" srcId="{0137B97F-B231-4930-A9A7-95F0804BE60D}" destId="{FD8C4F5A-C8EE-48EB-ABB9-EE6AA2A3D5A8}" srcOrd="1" destOrd="0" parTransId="{1CA18177-0FAC-4D40-98C0-7C90ABA387F1}" sibTransId="{973D8B74-0AA5-41C1-A461-0E27302C4078}"/>
    <dgm:cxn modelId="{5A70355A-C7FE-47BD-8325-44A4CF91B644}" type="presOf" srcId="{B2CA57C2-4363-4B29-B477-C9B86E943244}" destId="{ACB5FC09-5602-41BC-B0DB-FE57734FD7FE}" srcOrd="0" destOrd="0" presId="urn:microsoft.com/office/officeart/2008/layout/LinedList"/>
    <dgm:cxn modelId="{BEC55AB7-432E-4C2F-8AC0-E17EB952192C}" type="presOf" srcId="{D31BCF0F-3874-4E4A-B284-B20766A57E2E}" destId="{2AD06DBB-FDAE-490C-BA02-3A147EE4577A}" srcOrd="0" destOrd="0" presId="urn:microsoft.com/office/officeart/2008/layout/LinedList"/>
    <dgm:cxn modelId="{D8D25ED0-B48F-49D3-AD86-A4CD37D7FEBA}" type="presOf" srcId="{130BA7B8-8676-4A58-A59C-D735E96A40BD}" destId="{82EED57A-4049-41D8-B3F0-DA2EA2693C71}" srcOrd="0" destOrd="0" presId="urn:microsoft.com/office/officeart/2008/layout/LinedList"/>
    <dgm:cxn modelId="{5864B3F1-2E4C-432B-A82B-DB66AA62CFE4}" srcId="{0137B97F-B231-4930-A9A7-95F0804BE60D}" destId="{130BA7B8-8676-4A58-A59C-D735E96A40BD}" srcOrd="2" destOrd="0" parTransId="{1DAFC21D-2128-435B-97BD-A1E6F2849C29}" sibTransId="{C9525208-A56B-4182-9B39-D502780CE3C3}"/>
    <dgm:cxn modelId="{DD03348B-A8DB-4DBB-9C7E-0FA1DD6B9656}" type="presParOf" srcId="{A73AA5BB-B53B-4085-BC75-4551CB5B4060}" destId="{6695E06B-16D4-41F4-9710-16339A55D3E9}" srcOrd="0" destOrd="0" presId="urn:microsoft.com/office/officeart/2008/layout/LinedList"/>
    <dgm:cxn modelId="{6101D6D7-9153-458C-B574-5CA0C36EB076}" type="presParOf" srcId="{A73AA5BB-B53B-4085-BC75-4551CB5B4060}" destId="{8112DB89-F854-4091-8948-C7794F272640}" srcOrd="1" destOrd="0" presId="urn:microsoft.com/office/officeart/2008/layout/LinedList"/>
    <dgm:cxn modelId="{1F54AC6D-F04E-40AF-BF61-1F29C0F13BFB}" type="presParOf" srcId="{8112DB89-F854-4091-8948-C7794F272640}" destId="{2AD06DBB-FDAE-490C-BA02-3A147EE4577A}" srcOrd="0" destOrd="0" presId="urn:microsoft.com/office/officeart/2008/layout/LinedList"/>
    <dgm:cxn modelId="{F88A1425-2F2E-42F9-AB7E-66FFC02AB33D}" type="presParOf" srcId="{8112DB89-F854-4091-8948-C7794F272640}" destId="{992232D1-A9EA-46FB-A4F3-DC2E8B80A9C8}" srcOrd="1" destOrd="0" presId="urn:microsoft.com/office/officeart/2008/layout/LinedList"/>
    <dgm:cxn modelId="{2198DDC3-72A2-43E6-91DD-113829574098}" type="presParOf" srcId="{A73AA5BB-B53B-4085-BC75-4551CB5B4060}" destId="{EA9467D3-6FC9-4FE2-97F3-5480E054A38A}" srcOrd="2" destOrd="0" presId="urn:microsoft.com/office/officeart/2008/layout/LinedList"/>
    <dgm:cxn modelId="{226C91C1-3D2C-4F33-8BC6-F3FE5E4C09D5}" type="presParOf" srcId="{A73AA5BB-B53B-4085-BC75-4551CB5B4060}" destId="{6C5CDF0C-D1AE-451F-BF93-FC806EDDEA08}" srcOrd="3" destOrd="0" presId="urn:microsoft.com/office/officeart/2008/layout/LinedList"/>
    <dgm:cxn modelId="{07703954-6AB1-42E4-B759-9CDE46F34753}" type="presParOf" srcId="{6C5CDF0C-D1AE-451F-BF93-FC806EDDEA08}" destId="{47E8F2C7-4B80-4BF5-A02B-383DC41977E0}" srcOrd="0" destOrd="0" presId="urn:microsoft.com/office/officeart/2008/layout/LinedList"/>
    <dgm:cxn modelId="{51690850-4726-4430-96EE-B51C4BEE863C}" type="presParOf" srcId="{6C5CDF0C-D1AE-451F-BF93-FC806EDDEA08}" destId="{AAA9E3A1-A6D1-4D07-B900-BD8BDC91F3A2}" srcOrd="1" destOrd="0" presId="urn:microsoft.com/office/officeart/2008/layout/LinedList"/>
    <dgm:cxn modelId="{BFC4292A-36C9-4E3A-BE51-5456A93F4869}" type="presParOf" srcId="{A73AA5BB-B53B-4085-BC75-4551CB5B4060}" destId="{E3052C89-483F-46A0-A188-DF57063DBD02}" srcOrd="4" destOrd="0" presId="urn:microsoft.com/office/officeart/2008/layout/LinedList"/>
    <dgm:cxn modelId="{713FDEAE-0863-4C12-8044-C66786933815}" type="presParOf" srcId="{A73AA5BB-B53B-4085-BC75-4551CB5B4060}" destId="{4059025A-8D1C-454C-9592-96DBFE4F5890}" srcOrd="5" destOrd="0" presId="urn:microsoft.com/office/officeart/2008/layout/LinedList"/>
    <dgm:cxn modelId="{72489255-4FDE-419C-AD91-1B038E8D91E6}" type="presParOf" srcId="{4059025A-8D1C-454C-9592-96DBFE4F5890}" destId="{82EED57A-4049-41D8-B3F0-DA2EA2693C71}" srcOrd="0" destOrd="0" presId="urn:microsoft.com/office/officeart/2008/layout/LinedList"/>
    <dgm:cxn modelId="{4C200984-0304-42CF-A9D4-7B2E665C8F3B}" type="presParOf" srcId="{4059025A-8D1C-454C-9592-96DBFE4F5890}" destId="{E57D3CE4-A6A1-4C08-BD21-C19D5211DFE7}" srcOrd="1" destOrd="0" presId="urn:microsoft.com/office/officeart/2008/layout/LinedList"/>
    <dgm:cxn modelId="{54694004-0B8A-43CE-AF25-B3C071CCFE84}" type="presParOf" srcId="{A73AA5BB-B53B-4085-BC75-4551CB5B4060}" destId="{76C7C328-41AA-4082-9028-B02A5B1B28C9}" srcOrd="6" destOrd="0" presId="urn:microsoft.com/office/officeart/2008/layout/LinedList"/>
    <dgm:cxn modelId="{6DCBDB5B-5DE9-4E7F-9395-E18EEED6A44B}" type="presParOf" srcId="{A73AA5BB-B53B-4085-BC75-4551CB5B4060}" destId="{6A07942B-CF84-4E76-8360-A3A1A0B36DFD}" srcOrd="7" destOrd="0" presId="urn:microsoft.com/office/officeart/2008/layout/LinedList"/>
    <dgm:cxn modelId="{3BD51762-30A8-4013-B332-CEF725C14FA1}" type="presParOf" srcId="{6A07942B-CF84-4E76-8360-A3A1A0B36DFD}" destId="{ACB5FC09-5602-41BC-B0DB-FE57734FD7FE}" srcOrd="0" destOrd="0" presId="urn:microsoft.com/office/officeart/2008/layout/LinedList"/>
    <dgm:cxn modelId="{7D6C4D5B-74B3-4906-9FF7-85AC112E8162}" type="presParOf" srcId="{6A07942B-CF84-4E76-8360-A3A1A0B36DFD}" destId="{D37A4859-0D21-4DDD-BA88-83F8831150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A759263-5084-471E-B8EC-84363149D64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F9A370-E0BA-41C6-8AA4-04F14086BD02}">
      <dgm:prSet/>
      <dgm:spPr/>
      <dgm:t>
        <a:bodyPr/>
        <a:lstStyle/>
        <a:p>
          <a:r>
            <a:rPr lang="en-US"/>
            <a:t>Photodiodes may be used instead of PMTs</a:t>
          </a:r>
        </a:p>
      </dgm:t>
    </dgm:pt>
    <dgm:pt modelId="{17348AAA-9571-4558-AE2B-58146AC2CE06}" type="parTrans" cxnId="{7DA5E2D2-3862-47B8-AA47-D76AF861F554}">
      <dgm:prSet/>
      <dgm:spPr/>
      <dgm:t>
        <a:bodyPr/>
        <a:lstStyle/>
        <a:p>
          <a:endParaRPr lang="en-US"/>
        </a:p>
      </dgm:t>
    </dgm:pt>
    <dgm:pt modelId="{18F270B8-D1DF-4CF9-8176-C25602438ED5}" type="sibTrans" cxnId="{7DA5E2D2-3862-47B8-AA47-D76AF861F554}">
      <dgm:prSet/>
      <dgm:spPr/>
      <dgm:t>
        <a:bodyPr/>
        <a:lstStyle/>
        <a:p>
          <a:endParaRPr lang="en-US"/>
        </a:p>
      </dgm:t>
    </dgm:pt>
    <dgm:pt modelId="{1F740A6E-421C-43EB-AA62-F114E17072A7}">
      <dgm:prSet/>
      <dgm:spPr/>
      <dgm:t>
        <a:bodyPr/>
        <a:lstStyle/>
        <a:p>
          <a:r>
            <a:rPr lang="en-US"/>
            <a:t>Used in many CT scanners and in-direct thin-film transistor mammography/radiology detectors</a:t>
          </a:r>
        </a:p>
      </dgm:t>
    </dgm:pt>
    <dgm:pt modelId="{3B828962-765D-4D0A-A8C5-296BB02C383B}" type="parTrans" cxnId="{E5041BDC-201E-4F15-83F0-28F8CB346B34}">
      <dgm:prSet/>
      <dgm:spPr/>
      <dgm:t>
        <a:bodyPr/>
        <a:lstStyle/>
        <a:p>
          <a:endParaRPr lang="en-US"/>
        </a:p>
      </dgm:t>
    </dgm:pt>
    <dgm:pt modelId="{D4045A1E-3CA3-4629-AB26-E96CB521AFEA}" type="sibTrans" cxnId="{E5041BDC-201E-4F15-83F0-28F8CB346B34}">
      <dgm:prSet/>
      <dgm:spPr/>
      <dgm:t>
        <a:bodyPr/>
        <a:lstStyle/>
        <a:p>
          <a:endParaRPr lang="en-US"/>
        </a:p>
      </dgm:t>
    </dgm:pt>
    <dgm:pt modelId="{7F2B424B-0AC0-4E6F-BC81-38EC135B592C}">
      <dgm:prSet/>
      <dgm:spPr/>
      <dgm:t>
        <a:bodyPr/>
        <a:lstStyle/>
        <a:p>
          <a:r>
            <a:rPr lang="en-US"/>
            <a:t>Light emitted from scintillator is captured by photodiodes and converted into electrical signal</a:t>
          </a:r>
        </a:p>
      </dgm:t>
    </dgm:pt>
    <dgm:pt modelId="{C6C0D9BE-D153-492D-8011-D7E1809D76E9}" type="parTrans" cxnId="{5BFBCCB2-7AF6-43C6-9FD8-401A045605BF}">
      <dgm:prSet/>
      <dgm:spPr/>
      <dgm:t>
        <a:bodyPr/>
        <a:lstStyle/>
        <a:p>
          <a:endParaRPr lang="en-US"/>
        </a:p>
      </dgm:t>
    </dgm:pt>
    <dgm:pt modelId="{102CF140-7B83-46E7-80A9-D50C14053AD3}" type="sibTrans" cxnId="{5BFBCCB2-7AF6-43C6-9FD8-401A045605BF}">
      <dgm:prSet/>
      <dgm:spPr/>
      <dgm:t>
        <a:bodyPr/>
        <a:lstStyle/>
        <a:p>
          <a:endParaRPr lang="en-US"/>
        </a:p>
      </dgm:t>
    </dgm:pt>
    <dgm:pt modelId="{8C313966-C8E1-4C38-883C-7D7277D5E196}" type="pres">
      <dgm:prSet presAssocID="{4A759263-5084-471E-B8EC-84363149D641}" presName="vert0" presStyleCnt="0">
        <dgm:presLayoutVars>
          <dgm:dir/>
          <dgm:animOne val="branch"/>
          <dgm:animLvl val="lvl"/>
        </dgm:presLayoutVars>
      </dgm:prSet>
      <dgm:spPr/>
    </dgm:pt>
    <dgm:pt modelId="{2B35E6D8-15E6-42D9-97D6-0099BF13CAA7}" type="pres">
      <dgm:prSet presAssocID="{25F9A370-E0BA-41C6-8AA4-04F14086BD02}" presName="thickLine" presStyleLbl="alignNode1" presStyleIdx="0" presStyleCnt="3"/>
      <dgm:spPr/>
    </dgm:pt>
    <dgm:pt modelId="{AD9496C9-625C-44F5-8A69-CF3CDCA07B37}" type="pres">
      <dgm:prSet presAssocID="{25F9A370-E0BA-41C6-8AA4-04F14086BD02}" presName="horz1" presStyleCnt="0"/>
      <dgm:spPr/>
    </dgm:pt>
    <dgm:pt modelId="{89349EDF-CD5E-42B9-AC43-C5F8C6BA9E6F}" type="pres">
      <dgm:prSet presAssocID="{25F9A370-E0BA-41C6-8AA4-04F14086BD02}" presName="tx1" presStyleLbl="revTx" presStyleIdx="0" presStyleCnt="3"/>
      <dgm:spPr/>
    </dgm:pt>
    <dgm:pt modelId="{6CB09807-F083-43B7-BE49-E72C2F08362B}" type="pres">
      <dgm:prSet presAssocID="{25F9A370-E0BA-41C6-8AA4-04F14086BD02}" presName="vert1" presStyleCnt="0"/>
      <dgm:spPr/>
    </dgm:pt>
    <dgm:pt modelId="{B47EF5C3-D92C-4885-BCC7-7CE8830480C5}" type="pres">
      <dgm:prSet presAssocID="{1F740A6E-421C-43EB-AA62-F114E17072A7}" presName="thickLine" presStyleLbl="alignNode1" presStyleIdx="1" presStyleCnt="3"/>
      <dgm:spPr/>
    </dgm:pt>
    <dgm:pt modelId="{73576250-980C-4F77-AB98-411D6CCA7309}" type="pres">
      <dgm:prSet presAssocID="{1F740A6E-421C-43EB-AA62-F114E17072A7}" presName="horz1" presStyleCnt="0"/>
      <dgm:spPr/>
    </dgm:pt>
    <dgm:pt modelId="{EC1BC813-CD80-496C-BC99-7BC5D8818107}" type="pres">
      <dgm:prSet presAssocID="{1F740A6E-421C-43EB-AA62-F114E17072A7}" presName="tx1" presStyleLbl="revTx" presStyleIdx="1" presStyleCnt="3"/>
      <dgm:spPr/>
    </dgm:pt>
    <dgm:pt modelId="{BA2E8565-7494-4EB1-9A45-65E117154FF4}" type="pres">
      <dgm:prSet presAssocID="{1F740A6E-421C-43EB-AA62-F114E17072A7}" presName="vert1" presStyleCnt="0"/>
      <dgm:spPr/>
    </dgm:pt>
    <dgm:pt modelId="{88D0D29A-DE58-4418-868E-9CC2EDE8F0CE}" type="pres">
      <dgm:prSet presAssocID="{7F2B424B-0AC0-4E6F-BC81-38EC135B592C}" presName="thickLine" presStyleLbl="alignNode1" presStyleIdx="2" presStyleCnt="3"/>
      <dgm:spPr/>
    </dgm:pt>
    <dgm:pt modelId="{E57DF235-1DAD-41ED-8922-4BA0460909E1}" type="pres">
      <dgm:prSet presAssocID="{7F2B424B-0AC0-4E6F-BC81-38EC135B592C}" presName="horz1" presStyleCnt="0"/>
      <dgm:spPr/>
    </dgm:pt>
    <dgm:pt modelId="{DC9CE741-14B0-4195-A6C0-FC836E5F74AA}" type="pres">
      <dgm:prSet presAssocID="{7F2B424B-0AC0-4E6F-BC81-38EC135B592C}" presName="tx1" presStyleLbl="revTx" presStyleIdx="2" presStyleCnt="3"/>
      <dgm:spPr/>
    </dgm:pt>
    <dgm:pt modelId="{766DA8D3-8133-455A-96F9-3B038F435779}" type="pres">
      <dgm:prSet presAssocID="{7F2B424B-0AC0-4E6F-BC81-38EC135B592C}" presName="vert1" presStyleCnt="0"/>
      <dgm:spPr/>
    </dgm:pt>
  </dgm:ptLst>
  <dgm:cxnLst>
    <dgm:cxn modelId="{F0BF9329-E403-4FC0-99F0-DFA90D2001FA}" type="presOf" srcId="{25F9A370-E0BA-41C6-8AA4-04F14086BD02}" destId="{89349EDF-CD5E-42B9-AC43-C5F8C6BA9E6F}" srcOrd="0" destOrd="0" presId="urn:microsoft.com/office/officeart/2008/layout/LinedList"/>
    <dgm:cxn modelId="{C4074191-ACA2-4AE0-8438-B3FE5DCA500F}" type="presOf" srcId="{1F740A6E-421C-43EB-AA62-F114E17072A7}" destId="{EC1BC813-CD80-496C-BC99-7BC5D8818107}" srcOrd="0" destOrd="0" presId="urn:microsoft.com/office/officeart/2008/layout/LinedList"/>
    <dgm:cxn modelId="{5BFBCCB2-7AF6-43C6-9FD8-401A045605BF}" srcId="{4A759263-5084-471E-B8EC-84363149D641}" destId="{7F2B424B-0AC0-4E6F-BC81-38EC135B592C}" srcOrd="2" destOrd="0" parTransId="{C6C0D9BE-D153-492D-8011-D7E1809D76E9}" sibTransId="{102CF140-7B83-46E7-80A9-D50C14053AD3}"/>
    <dgm:cxn modelId="{9D75D8B7-BD7D-4BC2-ABA9-38A867BE9DF7}" type="presOf" srcId="{7F2B424B-0AC0-4E6F-BC81-38EC135B592C}" destId="{DC9CE741-14B0-4195-A6C0-FC836E5F74AA}" srcOrd="0" destOrd="0" presId="urn:microsoft.com/office/officeart/2008/layout/LinedList"/>
    <dgm:cxn modelId="{7DA5E2D2-3862-47B8-AA47-D76AF861F554}" srcId="{4A759263-5084-471E-B8EC-84363149D641}" destId="{25F9A370-E0BA-41C6-8AA4-04F14086BD02}" srcOrd="0" destOrd="0" parTransId="{17348AAA-9571-4558-AE2B-58146AC2CE06}" sibTransId="{18F270B8-D1DF-4CF9-8176-C25602438ED5}"/>
    <dgm:cxn modelId="{E5041BDC-201E-4F15-83F0-28F8CB346B34}" srcId="{4A759263-5084-471E-B8EC-84363149D641}" destId="{1F740A6E-421C-43EB-AA62-F114E17072A7}" srcOrd="1" destOrd="0" parTransId="{3B828962-765D-4D0A-A8C5-296BB02C383B}" sibTransId="{D4045A1E-3CA3-4629-AB26-E96CB521AFEA}"/>
    <dgm:cxn modelId="{489A55E3-0A99-4E5A-B499-518A7AF9ED92}" type="presOf" srcId="{4A759263-5084-471E-B8EC-84363149D641}" destId="{8C313966-C8E1-4C38-883C-7D7277D5E196}" srcOrd="0" destOrd="0" presId="urn:microsoft.com/office/officeart/2008/layout/LinedList"/>
    <dgm:cxn modelId="{4E7B9A7C-92D6-45A9-9560-A0AFC0B8349F}" type="presParOf" srcId="{8C313966-C8E1-4C38-883C-7D7277D5E196}" destId="{2B35E6D8-15E6-42D9-97D6-0099BF13CAA7}" srcOrd="0" destOrd="0" presId="urn:microsoft.com/office/officeart/2008/layout/LinedList"/>
    <dgm:cxn modelId="{9937FB9D-859E-4F30-A900-9738F6E8E977}" type="presParOf" srcId="{8C313966-C8E1-4C38-883C-7D7277D5E196}" destId="{AD9496C9-625C-44F5-8A69-CF3CDCA07B37}" srcOrd="1" destOrd="0" presId="urn:microsoft.com/office/officeart/2008/layout/LinedList"/>
    <dgm:cxn modelId="{F87908C7-8758-4827-A7D6-4DDD5DFCBB5D}" type="presParOf" srcId="{AD9496C9-625C-44F5-8A69-CF3CDCA07B37}" destId="{89349EDF-CD5E-42B9-AC43-C5F8C6BA9E6F}" srcOrd="0" destOrd="0" presId="urn:microsoft.com/office/officeart/2008/layout/LinedList"/>
    <dgm:cxn modelId="{5F8B792A-6F94-4322-BC81-FECB9777DC64}" type="presParOf" srcId="{AD9496C9-625C-44F5-8A69-CF3CDCA07B37}" destId="{6CB09807-F083-43B7-BE49-E72C2F08362B}" srcOrd="1" destOrd="0" presId="urn:microsoft.com/office/officeart/2008/layout/LinedList"/>
    <dgm:cxn modelId="{7915A707-86B2-46BA-AECB-D6F499B870CE}" type="presParOf" srcId="{8C313966-C8E1-4C38-883C-7D7277D5E196}" destId="{B47EF5C3-D92C-4885-BCC7-7CE8830480C5}" srcOrd="2" destOrd="0" presId="urn:microsoft.com/office/officeart/2008/layout/LinedList"/>
    <dgm:cxn modelId="{7A439B85-A6B2-4A9D-BA89-79B195A3B67A}" type="presParOf" srcId="{8C313966-C8E1-4C38-883C-7D7277D5E196}" destId="{73576250-980C-4F77-AB98-411D6CCA7309}" srcOrd="3" destOrd="0" presId="urn:microsoft.com/office/officeart/2008/layout/LinedList"/>
    <dgm:cxn modelId="{D54FEA82-9191-42FF-8B30-06180B6C3487}" type="presParOf" srcId="{73576250-980C-4F77-AB98-411D6CCA7309}" destId="{EC1BC813-CD80-496C-BC99-7BC5D8818107}" srcOrd="0" destOrd="0" presId="urn:microsoft.com/office/officeart/2008/layout/LinedList"/>
    <dgm:cxn modelId="{65981245-43B6-47B3-97B0-000A75762143}" type="presParOf" srcId="{73576250-980C-4F77-AB98-411D6CCA7309}" destId="{BA2E8565-7494-4EB1-9A45-65E117154FF4}" srcOrd="1" destOrd="0" presId="urn:microsoft.com/office/officeart/2008/layout/LinedList"/>
    <dgm:cxn modelId="{9EFAC321-06E9-43B1-A6B3-BA39B8DBC141}" type="presParOf" srcId="{8C313966-C8E1-4C38-883C-7D7277D5E196}" destId="{88D0D29A-DE58-4418-868E-9CC2EDE8F0CE}" srcOrd="4" destOrd="0" presId="urn:microsoft.com/office/officeart/2008/layout/LinedList"/>
    <dgm:cxn modelId="{CA25DE91-2ED9-45F8-9BA6-66993556A8B0}" type="presParOf" srcId="{8C313966-C8E1-4C38-883C-7D7277D5E196}" destId="{E57DF235-1DAD-41ED-8922-4BA0460909E1}" srcOrd="5" destOrd="0" presId="urn:microsoft.com/office/officeart/2008/layout/LinedList"/>
    <dgm:cxn modelId="{14C4C233-4DF6-42E4-BD9E-6CEBC37E62DF}" type="presParOf" srcId="{E57DF235-1DAD-41ED-8922-4BA0460909E1}" destId="{DC9CE741-14B0-4195-A6C0-FC836E5F74AA}" srcOrd="0" destOrd="0" presId="urn:microsoft.com/office/officeart/2008/layout/LinedList"/>
    <dgm:cxn modelId="{24366725-B859-4CD9-9F04-CB82D2EC1424}" type="presParOf" srcId="{E57DF235-1DAD-41ED-8922-4BA0460909E1}" destId="{766DA8D3-8133-455A-96F9-3B038F4357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D3631C2-71FE-4618-BF95-923A0957154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C8327A-29B3-47A4-B7DB-F7642837A05F}">
      <dgm:prSet/>
      <dgm:spPr/>
      <dgm:t>
        <a:bodyPr/>
        <a:lstStyle/>
        <a:p>
          <a:r>
            <a:rPr lang="en-US"/>
            <a:t>Permanent record</a:t>
          </a:r>
        </a:p>
      </dgm:t>
    </dgm:pt>
    <dgm:pt modelId="{81888BFA-C351-408D-BDBC-A27651DF03AE}" type="parTrans" cxnId="{7CA12990-F6B5-4E6C-9FAD-25FDF4B19E25}">
      <dgm:prSet/>
      <dgm:spPr/>
      <dgm:t>
        <a:bodyPr/>
        <a:lstStyle/>
        <a:p>
          <a:endParaRPr lang="en-US"/>
        </a:p>
      </dgm:t>
    </dgm:pt>
    <dgm:pt modelId="{D52AB27C-EE5B-4390-8780-FDC32F015936}" type="sibTrans" cxnId="{7CA12990-F6B5-4E6C-9FAD-25FDF4B19E25}">
      <dgm:prSet/>
      <dgm:spPr/>
      <dgm:t>
        <a:bodyPr/>
        <a:lstStyle/>
        <a:p>
          <a:endParaRPr lang="en-US"/>
        </a:p>
      </dgm:t>
    </dgm:pt>
    <dgm:pt modelId="{0CF9F572-6AF4-4D2C-9CD1-10749E1AC344}">
      <dgm:prSet/>
      <dgm:spPr/>
      <dgm:t>
        <a:bodyPr/>
        <a:lstStyle/>
        <a:p>
          <a:r>
            <a:rPr lang="en-US"/>
            <a:t>Great spatial resolution</a:t>
          </a:r>
        </a:p>
      </dgm:t>
    </dgm:pt>
    <dgm:pt modelId="{5A99D3DA-1475-4301-99C1-0D6C09546E63}" type="parTrans" cxnId="{E2FF74C5-C809-4B6A-82AE-7F438A30AD17}">
      <dgm:prSet/>
      <dgm:spPr/>
      <dgm:t>
        <a:bodyPr/>
        <a:lstStyle/>
        <a:p>
          <a:endParaRPr lang="en-US"/>
        </a:p>
      </dgm:t>
    </dgm:pt>
    <dgm:pt modelId="{24F780C9-ACC6-45F2-B19E-CE0B5E57F11D}" type="sibTrans" cxnId="{E2FF74C5-C809-4B6A-82AE-7F438A30AD17}">
      <dgm:prSet/>
      <dgm:spPr/>
      <dgm:t>
        <a:bodyPr/>
        <a:lstStyle/>
        <a:p>
          <a:endParaRPr lang="en-US"/>
        </a:p>
      </dgm:t>
    </dgm:pt>
    <dgm:pt modelId="{DCC2C438-55B2-46EE-8A40-1A218B7BED37}">
      <dgm:prSet/>
      <dgm:spPr/>
      <dgm:t>
        <a:bodyPr/>
        <a:lstStyle/>
        <a:p>
          <a:r>
            <a:rPr lang="en-US"/>
            <a:t>Provides planar views of linac beams</a:t>
          </a:r>
        </a:p>
      </dgm:t>
    </dgm:pt>
    <dgm:pt modelId="{62A03046-8B69-4839-87A0-09211E984BE7}" type="parTrans" cxnId="{0F36F767-EF2E-4829-81CD-B211BD7F436E}">
      <dgm:prSet/>
      <dgm:spPr/>
      <dgm:t>
        <a:bodyPr/>
        <a:lstStyle/>
        <a:p>
          <a:endParaRPr lang="en-US"/>
        </a:p>
      </dgm:t>
    </dgm:pt>
    <dgm:pt modelId="{BF6A70E4-0B8A-4BA5-8A5B-8637FCEAEFCF}" type="sibTrans" cxnId="{0F36F767-EF2E-4829-81CD-B211BD7F436E}">
      <dgm:prSet/>
      <dgm:spPr/>
      <dgm:t>
        <a:bodyPr/>
        <a:lstStyle/>
        <a:p>
          <a:endParaRPr lang="en-US"/>
        </a:p>
      </dgm:t>
    </dgm:pt>
    <dgm:pt modelId="{25D60B1E-4446-472C-A702-71B97D51307B}">
      <dgm:prSet/>
      <dgm:spPr/>
      <dgm:t>
        <a:bodyPr/>
        <a:lstStyle/>
        <a:p>
          <a:r>
            <a:rPr lang="en-US"/>
            <a:t>Inexpensive in the short-term</a:t>
          </a:r>
        </a:p>
      </dgm:t>
    </dgm:pt>
    <dgm:pt modelId="{EA1D526A-C60A-4540-8E2A-B33F489B6D60}" type="parTrans" cxnId="{3C7148D3-1E67-4BE4-B49C-C5BDF9BFDC24}">
      <dgm:prSet/>
      <dgm:spPr/>
      <dgm:t>
        <a:bodyPr/>
        <a:lstStyle/>
        <a:p>
          <a:endParaRPr lang="en-US"/>
        </a:p>
      </dgm:t>
    </dgm:pt>
    <dgm:pt modelId="{2FAA81CA-A4E0-4E35-A4D1-F7AC6279E1C5}" type="sibTrans" cxnId="{3C7148D3-1E67-4BE4-B49C-C5BDF9BFDC24}">
      <dgm:prSet/>
      <dgm:spPr/>
      <dgm:t>
        <a:bodyPr/>
        <a:lstStyle/>
        <a:p>
          <a:endParaRPr lang="en-US"/>
        </a:p>
      </dgm:t>
    </dgm:pt>
    <dgm:pt modelId="{6C9041D9-58CE-4BE7-87F7-6AE71D6C69F0}">
      <dgm:prSet/>
      <dgm:spPr/>
      <dgm:t>
        <a:bodyPr/>
        <a:lstStyle/>
        <a:p>
          <a:r>
            <a:rPr lang="en-US"/>
            <a:t>Do not require electricity to use! (Developing Countries)</a:t>
          </a:r>
        </a:p>
      </dgm:t>
    </dgm:pt>
    <dgm:pt modelId="{9A6A96BE-9EA5-4C7D-A358-A612D3E98C12}" type="parTrans" cxnId="{FF311360-58EC-4056-886D-1D84883A4480}">
      <dgm:prSet/>
      <dgm:spPr/>
      <dgm:t>
        <a:bodyPr/>
        <a:lstStyle/>
        <a:p>
          <a:endParaRPr lang="en-US"/>
        </a:p>
      </dgm:t>
    </dgm:pt>
    <dgm:pt modelId="{5AACC3AE-5575-42E4-B938-475AF5220745}" type="sibTrans" cxnId="{FF311360-58EC-4056-886D-1D84883A4480}">
      <dgm:prSet/>
      <dgm:spPr/>
      <dgm:t>
        <a:bodyPr/>
        <a:lstStyle/>
        <a:p>
          <a:endParaRPr lang="en-US"/>
        </a:p>
      </dgm:t>
    </dgm:pt>
    <dgm:pt modelId="{0EA8ADA1-047F-4FFE-9630-8094586C16CF}" type="pres">
      <dgm:prSet presAssocID="{6D3631C2-71FE-4618-BF95-923A09571542}" presName="linear" presStyleCnt="0">
        <dgm:presLayoutVars>
          <dgm:animLvl val="lvl"/>
          <dgm:resizeHandles val="exact"/>
        </dgm:presLayoutVars>
      </dgm:prSet>
      <dgm:spPr/>
    </dgm:pt>
    <dgm:pt modelId="{887148AD-00E9-46C4-8052-F7D026C97834}" type="pres">
      <dgm:prSet presAssocID="{40C8327A-29B3-47A4-B7DB-F7642837A0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CBE746C-8841-4BA7-B81B-37C662242AF5}" type="pres">
      <dgm:prSet presAssocID="{D52AB27C-EE5B-4390-8780-FDC32F015936}" presName="spacer" presStyleCnt="0"/>
      <dgm:spPr/>
    </dgm:pt>
    <dgm:pt modelId="{93B06F01-95BE-4D7A-9329-C27A49B59B32}" type="pres">
      <dgm:prSet presAssocID="{0CF9F572-6AF4-4D2C-9CD1-10749E1AC34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36A3135-364E-4AA9-95CD-8987C4824063}" type="pres">
      <dgm:prSet presAssocID="{24F780C9-ACC6-45F2-B19E-CE0B5E57F11D}" presName="spacer" presStyleCnt="0"/>
      <dgm:spPr/>
    </dgm:pt>
    <dgm:pt modelId="{C7A59BA5-7790-4D90-AF3B-F1908F4235EF}" type="pres">
      <dgm:prSet presAssocID="{DCC2C438-55B2-46EE-8A40-1A218B7BED3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065893E-441D-4A08-B07D-30BFCEC896BA}" type="pres">
      <dgm:prSet presAssocID="{BF6A70E4-0B8A-4BA5-8A5B-8637FCEAEFCF}" presName="spacer" presStyleCnt="0"/>
      <dgm:spPr/>
    </dgm:pt>
    <dgm:pt modelId="{DEBF426E-EEBD-43D6-ABB3-B664B8CC3F19}" type="pres">
      <dgm:prSet presAssocID="{25D60B1E-4446-472C-A702-71B97D51307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9111C10-EDD0-4422-BDF0-CF5ED93108F0}" type="pres">
      <dgm:prSet presAssocID="{2FAA81CA-A4E0-4E35-A4D1-F7AC6279E1C5}" presName="spacer" presStyleCnt="0"/>
      <dgm:spPr/>
    </dgm:pt>
    <dgm:pt modelId="{D5948A8E-88E3-46BC-A421-23D0C38363C5}" type="pres">
      <dgm:prSet presAssocID="{6C9041D9-58CE-4BE7-87F7-6AE71D6C69F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F311360-58EC-4056-886D-1D84883A4480}" srcId="{6D3631C2-71FE-4618-BF95-923A09571542}" destId="{6C9041D9-58CE-4BE7-87F7-6AE71D6C69F0}" srcOrd="4" destOrd="0" parTransId="{9A6A96BE-9EA5-4C7D-A358-A612D3E98C12}" sibTransId="{5AACC3AE-5575-42E4-B938-475AF5220745}"/>
    <dgm:cxn modelId="{0F36F767-EF2E-4829-81CD-B211BD7F436E}" srcId="{6D3631C2-71FE-4618-BF95-923A09571542}" destId="{DCC2C438-55B2-46EE-8A40-1A218B7BED37}" srcOrd="2" destOrd="0" parTransId="{62A03046-8B69-4839-87A0-09211E984BE7}" sibTransId="{BF6A70E4-0B8A-4BA5-8A5B-8637FCEAEFCF}"/>
    <dgm:cxn modelId="{6CA92570-1CE2-4FC7-B794-53823BCD3824}" type="presOf" srcId="{DCC2C438-55B2-46EE-8A40-1A218B7BED37}" destId="{C7A59BA5-7790-4D90-AF3B-F1908F4235EF}" srcOrd="0" destOrd="0" presId="urn:microsoft.com/office/officeart/2005/8/layout/vList2"/>
    <dgm:cxn modelId="{7CA12990-F6B5-4E6C-9FAD-25FDF4B19E25}" srcId="{6D3631C2-71FE-4618-BF95-923A09571542}" destId="{40C8327A-29B3-47A4-B7DB-F7642837A05F}" srcOrd="0" destOrd="0" parTransId="{81888BFA-C351-408D-BDBC-A27651DF03AE}" sibTransId="{D52AB27C-EE5B-4390-8780-FDC32F015936}"/>
    <dgm:cxn modelId="{07374F92-D27E-4891-A1EF-B4A4374F3A0D}" type="presOf" srcId="{6C9041D9-58CE-4BE7-87F7-6AE71D6C69F0}" destId="{D5948A8E-88E3-46BC-A421-23D0C38363C5}" srcOrd="0" destOrd="0" presId="urn:microsoft.com/office/officeart/2005/8/layout/vList2"/>
    <dgm:cxn modelId="{1D2DF1B2-64CF-416F-9D51-8145C85EAE92}" type="presOf" srcId="{40C8327A-29B3-47A4-B7DB-F7642837A05F}" destId="{887148AD-00E9-46C4-8052-F7D026C97834}" srcOrd="0" destOrd="0" presId="urn:microsoft.com/office/officeart/2005/8/layout/vList2"/>
    <dgm:cxn modelId="{817C59B7-6ED0-4C76-8FDD-923A1D858412}" type="presOf" srcId="{25D60B1E-4446-472C-A702-71B97D51307B}" destId="{DEBF426E-EEBD-43D6-ABB3-B664B8CC3F19}" srcOrd="0" destOrd="0" presId="urn:microsoft.com/office/officeart/2005/8/layout/vList2"/>
    <dgm:cxn modelId="{7CF33DBF-C043-4534-9CA8-81644284A79A}" type="presOf" srcId="{6D3631C2-71FE-4618-BF95-923A09571542}" destId="{0EA8ADA1-047F-4FFE-9630-8094586C16CF}" srcOrd="0" destOrd="0" presId="urn:microsoft.com/office/officeart/2005/8/layout/vList2"/>
    <dgm:cxn modelId="{E2FF74C5-C809-4B6A-82AE-7F438A30AD17}" srcId="{6D3631C2-71FE-4618-BF95-923A09571542}" destId="{0CF9F572-6AF4-4D2C-9CD1-10749E1AC344}" srcOrd="1" destOrd="0" parTransId="{5A99D3DA-1475-4301-99C1-0D6C09546E63}" sibTransId="{24F780C9-ACC6-45F2-B19E-CE0B5E57F11D}"/>
    <dgm:cxn modelId="{963A5DC6-0AA3-48B7-A8BA-1A5E9E00195C}" type="presOf" srcId="{0CF9F572-6AF4-4D2C-9CD1-10749E1AC344}" destId="{93B06F01-95BE-4D7A-9329-C27A49B59B32}" srcOrd="0" destOrd="0" presId="urn:microsoft.com/office/officeart/2005/8/layout/vList2"/>
    <dgm:cxn modelId="{3C7148D3-1E67-4BE4-B49C-C5BDF9BFDC24}" srcId="{6D3631C2-71FE-4618-BF95-923A09571542}" destId="{25D60B1E-4446-472C-A702-71B97D51307B}" srcOrd="3" destOrd="0" parTransId="{EA1D526A-C60A-4540-8E2A-B33F489B6D60}" sibTransId="{2FAA81CA-A4E0-4E35-A4D1-F7AC6279E1C5}"/>
    <dgm:cxn modelId="{554918E7-FDF9-4BBE-ABC4-2EB091EF146D}" type="presParOf" srcId="{0EA8ADA1-047F-4FFE-9630-8094586C16CF}" destId="{887148AD-00E9-46C4-8052-F7D026C97834}" srcOrd="0" destOrd="0" presId="urn:microsoft.com/office/officeart/2005/8/layout/vList2"/>
    <dgm:cxn modelId="{DD965E3C-538C-45A2-8EA8-65165B070AAC}" type="presParOf" srcId="{0EA8ADA1-047F-4FFE-9630-8094586C16CF}" destId="{7CBE746C-8841-4BA7-B81B-37C662242AF5}" srcOrd="1" destOrd="0" presId="urn:microsoft.com/office/officeart/2005/8/layout/vList2"/>
    <dgm:cxn modelId="{9AF21CD3-FD2D-4B4B-941B-B28172929842}" type="presParOf" srcId="{0EA8ADA1-047F-4FFE-9630-8094586C16CF}" destId="{93B06F01-95BE-4D7A-9329-C27A49B59B32}" srcOrd="2" destOrd="0" presId="urn:microsoft.com/office/officeart/2005/8/layout/vList2"/>
    <dgm:cxn modelId="{5CFAA90E-D6BC-41CF-9F7A-A81911161EBD}" type="presParOf" srcId="{0EA8ADA1-047F-4FFE-9630-8094586C16CF}" destId="{436A3135-364E-4AA9-95CD-8987C4824063}" srcOrd="3" destOrd="0" presId="urn:microsoft.com/office/officeart/2005/8/layout/vList2"/>
    <dgm:cxn modelId="{E7920C70-06FA-49B8-AA42-87483BADA6AA}" type="presParOf" srcId="{0EA8ADA1-047F-4FFE-9630-8094586C16CF}" destId="{C7A59BA5-7790-4D90-AF3B-F1908F4235EF}" srcOrd="4" destOrd="0" presId="urn:microsoft.com/office/officeart/2005/8/layout/vList2"/>
    <dgm:cxn modelId="{C46E79BA-F3D3-4716-A0B5-9B5AFD1FA81B}" type="presParOf" srcId="{0EA8ADA1-047F-4FFE-9630-8094586C16CF}" destId="{B065893E-441D-4A08-B07D-30BFCEC896BA}" srcOrd="5" destOrd="0" presId="urn:microsoft.com/office/officeart/2005/8/layout/vList2"/>
    <dgm:cxn modelId="{4DAA730B-120C-4B5F-9BC6-3A3FD6CB3190}" type="presParOf" srcId="{0EA8ADA1-047F-4FFE-9630-8094586C16CF}" destId="{DEBF426E-EEBD-43D6-ABB3-B664B8CC3F19}" srcOrd="6" destOrd="0" presId="urn:microsoft.com/office/officeart/2005/8/layout/vList2"/>
    <dgm:cxn modelId="{4838CFEA-C826-4B3C-BE4C-1181C30E8E3D}" type="presParOf" srcId="{0EA8ADA1-047F-4FFE-9630-8094586C16CF}" destId="{39111C10-EDD0-4422-BDF0-CF5ED93108F0}" srcOrd="7" destOrd="0" presId="urn:microsoft.com/office/officeart/2005/8/layout/vList2"/>
    <dgm:cxn modelId="{B44909E4-6242-444E-920E-D3B9162BDB14}" type="presParOf" srcId="{0EA8ADA1-047F-4FFE-9630-8094586C16CF}" destId="{D5948A8E-88E3-46BC-A421-23D0C38363C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C58B0-DBE3-40CF-9124-16C004E17A0B}">
      <dsp:nvSpPr>
        <dsp:cNvPr id="0" name=""/>
        <dsp:cNvSpPr/>
      </dsp:nvSpPr>
      <dsp:spPr>
        <a:xfrm>
          <a:off x="0" y="78164"/>
          <a:ext cx="6949440" cy="6633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Detection Method:</a:t>
          </a:r>
          <a:endParaRPr lang="en-US" sz="2700" kern="1200"/>
        </a:p>
      </dsp:txBody>
      <dsp:txXfrm>
        <a:off x="32384" y="110548"/>
        <a:ext cx="6884672" cy="598621"/>
      </dsp:txXfrm>
    </dsp:sp>
    <dsp:sp modelId="{950C9390-B781-4748-902C-79A2A6AEC41B}">
      <dsp:nvSpPr>
        <dsp:cNvPr id="0" name=""/>
        <dsp:cNvSpPr/>
      </dsp:nvSpPr>
      <dsp:spPr>
        <a:xfrm>
          <a:off x="0" y="741554"/>
          <a:ext cx="6949440" cy="206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Ionization of material between electrodes (</a:t>
          </a:r>
          <a:r>
            <a:rPr lang="en-US" sz="2100" b="1" kern="1200" dirty="0"/>
            <a:t>gaseous</a:t>
          </a:r>
          <a:r>
            <a:rPr lang="en-US" sz="2100" kern="1200" dirty="0"/>
            <a:t>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Production of light via UV excitation or visible light (</a:t>
          </a:r>
          <a:r>
            <a:rPr lang="en-US" sz="2100" b="1" kern="1200"/>
            <a:t>scintillators</a:t>
          </a:r>
          <a:r>
            <a:rPr lang="en-US" sz="2100" kern="1200"/>
            <a:t>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Film Exposure (</a:t>
          </a:r>
          <a:r>
            <a:rPr lang="en-US" sz="2100" b="1" kern="1200"/>
            <a:t>film</a:t>
          </a:r>
          <a:r>
            <a:rPr lang="en-US" sz="2100" kern="1200"/>
            <a:t>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Diode Activation (</a:t>
          </a:r>
          <a:r>
            <a:rPr lang="en-US" sz="2100" b="1" kern="1200"/>
            <a:t>semiconductor</a:t>
          </a:r>
          <a:r>
            <a:rPr lang="en-US" sz="2100" kern="1200"/>
            <a:t>)</a:t>
          </a:r>
        </a:p>
      </dsp:txBody>
      <dsp:txXfrm>
        <a:off x="0" y="741554"/>
        <a:ext cx="6949440" cy="2067929"/>
      </dsp:txXfrm>
    </dsp:sp>
    <dsp:sp modelId="{C23AC9AA-1728-47E1-A793-6E808E462E15}">
      <dsp:nvSpPr>
        <dsp:cNvPr id="0" name=""/>
        <dsp:cNvSpPr/>
      </dsp:nvSpPr>
      <dsp:spPr>
        <a:xfrm>
          <a:off x="0" y="2809483"/>
          <a:ext cx="6949440" cy="66338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Information Produced:</a:t>
          </a:r>
          <a:endParaRPr lang="en-US" sz="2700" kern="1200"/>
        </a:p>
      </dsp:txBody>
      <dsp:txXfrm>
        <a:off x="32384" y="2841867"/>
        <a:ext cx="6884672" cy="598621"/>
      </dsp:txXfrm>
    </dsp:sp>
    <dsp:sp modelId="{38AC1760-A075-4E11-BBCA-392ADDD5DEC5}">
      <dsp:nvSpPr>
        <dsp:cNvPr id="0" name=""/>
        <dsp:cNvSpPr/>
      </dsp:nvSpPr>
      <dsp:spPr>
        <a:xfrm>
          <a:off x="0" y="3472873"/>
          <a:ext cx="6949440" cy="2235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Counters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GM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Spectrometers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Scintillators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Dosimeters</a:t>
          </a:r>
          <a:endParaRPr lang="en-US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Ionization Chambers</a:t>
          </a:r>
        </a:p>
      </dsp:txBody>
      <dsp:txXfrm>
        <a:off x="0" y="3472873"/>
        <a:ext cx="6949440" cy="2235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E0E2C-D835-4B4C-874D-FBD01400AE09}">
      <dsp:nvSpPr>
        <dsp:cNvPr id="0" name=""/>
        <dsp:cNvSpPr/>
      </dsp:nvSpPr>
      <dsp:spPr>
        <a:xfrm>
          <a:off x="0" y="14027"/>
          <a:ext cx="6949440" cy="13022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1" kern="1200"/>
            <a:t>Pulse Mode:</a:t>
          </a:r>
          <a:endParaRPr lang="en-US" sz="5300" kern="1200"/>
        </a:p>
      </dsp:txBody>
      <dsp:txXfrm>
        <a:off x="63569" y="77596"/>
        <a:ext cx="6822302" cy="1175072"/>
      </dsp:txXfrm>
    </dsp:sp>
    <dsp:sp modelId="{3DCBC797-6333-43C8-BA85-FE942C54026E}">
      <dsp:nvSpPr>
        <dsp:cNvPr id="0" name=""/>
        <dsp:cNvSpPr/>
      </dsp:nvSpPr>
      <dsp:spPr>
        <a:xfrm>
          <a:off x="0" y="1316237"/>
          <a:ext cx="6949440" cy="1289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67310" rIns="376936" bIns="67310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100" kern="1200"/>
            <a:t>Each </a:t>
          </a:r>
          <a:r>
            <a:rPr lang="en-US" sz="4100" i="1" kern="1200"/>
            <a:t>event </a:t>
          </a:r>
          <a:r>
            <a:rPr lang="en-US" sz="4100" kern="1200"/>
            <a:t>is processed individually</a:t>
          </a:r>
        </a:p>
      </dsp:txBody>
      <dsp:txXfrm>
        <a:off x="0" y="1316237"/>
        <a:ext cx="6949440" cy="1289092"/>
      </dsp:txXfrm>
    </dsp:sp>
    <dsp:sp modelId="{6D24DF0D-AA7A-4701-AB42-3964FA678FE0}">
      <dsp:nvSpPr>
        <dsp:cNvPr id="0" name=""/>
        <dsp:cNvSpPr/>
      </dsp:nvSpPr>
      <dsp:spPr>
        <a:xfrm>
          <a:off x="0" y="2605330"/>
          <a:ext cx="6949440" cy="130221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1" kern="1200"/>
            <a:t>Charge Mode:</a:t>
          </a:r>
          <a:endParaRPr lang="en-US" sz="5300" kern="1200"/>
        </a:p>
      </dsp:txBody>
      <dsp:txXfrm>
        <a:off x="63569" y="2668899"/>
        <a:ext cx="6822302" cy="1175072"/>
      </dsp:txXfrm>
    </dsp:sp>
    <dsp:sp modelId="{8B5DEC5E-3EE2-4719-8312-A3F3535684CB}">
      <dsp:nvSpPr>
        <dsp:cNvPr id="0" name=""/>
        <dsp:cNvSpPr/>
      </dsp:nvSpPr>
      <dsp:spPr>
        <a:xfrm>
          <a:off x="0" y="3907540"/>
          <a:ext cx="6949440" cy="1865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67310" rIns="376936" bIns="67310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100" kern="1200"/>
            <a:t>Individual interactions are averaged together to form a net signal</a:t>
          </a:r>
        </a:p>
      </dsp:txBody>
      <dsp:txXfrm>
        <a:off x="0" y="3907540"/>
        <a:ext cx="6949440" cy="1865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F0263-0F64-43A0-A197-470F442CBF6E}">
      <dsp:nvSpPr>
        <dsp:cNvPr id="0" name=""/>
        <dsp:cNvSpPr/>
      </dsp:nvSpPr>
      <dsp:spPr>
        <a:xfrm>
          <a:off x="0" y="706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29CD3-E611-47DF-9549-F074E90D09BE}">
      <dsp:nvSpPr>
        <dsp:cNvPr id="0" name=""/>
        <dsp:cNvSpPr/>
      </dsp:nvSpPr>
      <dsp:spPr>
        <a:xfrm>
          <a:off x="0" y="70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Electrons exist in energy bands (valence, conduction)</a:t>
          </a:r>
        </a:p>
      </dsp:txBody>
      <dsp:txXfrm>
        <a:off x="0" y="706"/>
        <a:ext cx="6949440" cy="1157045"/>
      </dsp:txXfrm>
    </dsp:sp>
    <dsp:sp modelId="{715308A0-A6A1-4AE4-8B76-920D8B5B9499}">
      <dsp:nvSpPr>
        <dsp:cNvPr id="0" name=""/>
        <dsp:cNvSpPr/>
      </dsp:nvSpPr>
      <dsp:spPr>
        <a:xfrm>
          <a:off x="0" y="1157751"/>
          <a:ext cx="6949440" cy="0"/>
        </a:xfrm>
        <a:prstGeom prst="line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accent2">
              <a:hueOff val="-260332"/>
              <a:satOff val="-5408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F0689-921F-412B-9B99-53083F5771E3}">
      <dsp:nvSpPr>
        <dsp:cNvPr id="0" name=""/>
        <dsp:cNvSpPr/>
      </dsp:nvSpPr>
      <dsp:spPr>
        <a:xfrm>
          <a:off x="0" y="115775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 semiconductors, the forbidden zone between the bands is very small (1 ev or less)</a:t>
          </a:r>
        </a:p>
      </dsp:txBody>
      <dsp:txXfrm>
        <a:off x="0" y="1157751"/>
        <a:ext cx="6949440" cy="1157045"/>
      </dsp:txXfrm>
    </dsp:sp>
    <dsp:sp modelId="{55D57F1B-8681-4ADB-929F-6FCAAA0986B3}">
      <dsp:nvSpPr>
        <dsp:cNvPr id="0" name=""/>
        <dsp:cNvSpPr/>
      </dsp:nvSpPr>
      <dsp:spPr>
        <a:xfrm>
          <a:off x="0" y="2314796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8FDA7-A8DE-42EC-A458-FE3B70439512}">
      <dsp:nvSpPr>
        <dsp:cNvPr id="0" name=""/>
        <dsp:cNvSpPr/>
      </dsp:nvSpPr>
      <dsp:spPr>
        <a:xfrm>
          <a:off x="0" y="231479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Sources of energy (such as ionization, UV, or heat) can move electrons in valence band to conduction band</a:t>
          </a:r>
        </a:p>
      </dsp:txBody>
      <dsp:txXfrm>
        <a:off x="0" y="2314796"/>
        <a:ext cx="6949440" cy="1157045"/>
      </dsp:txXfrm>
    </dsp:sp>
    <dsp:sp modelId="{17A245AF-0798-4BF1-92C0-818CB0E4E736}">
      <dsp:nvSpPr>
        <dsp:cNvPr id="0" name=""/>
        <dsp:cNvSpPr/>
      </dsp:nvSpPr>
      <dsp:spPr>
        <a:xfrm>
          <a:off x="0" y="3471841"/>
          <a:ext cx="6949440" cy="0"/>
        </a:xfrm>
        <a:prstGeom prst="line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accent2">
              <a:hueOff val="-780997"/>
              <a:satOff val="-16223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67E0E-1618-4C5D-80A4-819D60AF1ED8}">
      <dsp:nvSpPr>
        <dsp:cNvPr id="0" name=""/>
        <dsp:cNvSpPr/>
      </dsp:nvSpPr>
      <dsp:spPr>
        <a:xfrm>
          <a:off x="0" y="3471841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This creates current, if a voltage is applied</a:t>
          </a:r>
        </a:p>
      </dsp:txBody>
      <dsp:txXfrm>
        <a:off x="0" y="3471841"/>
        <a:ext cx="6949440" cy="1157045"/>
      </dsp:txXfrm>
    </dsp:sp>
    <dsp:sp modelId="{633C7E5F-7B97-4337-9A89-3CF966AD537A}">
      <dsp:nvSpPr>
        <dsp:cNvPr id="0" name=""/>
        <dsp:cNvSpPr/>
      </dsp:nvSpPr>
      <dsp:spPr>
        <a:xfrm>
          <a:off x="0" y="462888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B4B25-EDC3-42B2-A541-7377D34A93D1}">
      <dsp:nvSpPr>
        <dsp:cNvPr id="0" name=""/>
        <dsp:cNvSpPr/>
      </dsp:nvSpPr>
      <dsp:spPr>
        <a:xfrm>
          <a:off x="0" y="4628886"/>
          <a:ext cx="6949440" cy="115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current created is tiny, we use </a:t>
          </a:r>
          <a:r>
            <a:rPr lang="en-US" sz="2200" b="1" kern="1200"/>
            <a:t>doping</a:t>
          </a:r>
          <a:r>
            <a:rPr lang="en-US" sz="2200" kern="1200"/>
            <a:t> to turn the material into a </a:t>
          </a:r>
          <a:r>
            <a:rPr lang="en-US" sz="2200" b="1" kern="1200"/>
            <a:t>diode</a:t>
          </a:r>
          <a:r>
            <a:rPr lang="en-US" sz="2200" kern="1200"/>
            <a:t> so that we can see the tiny current</a:t>
          </a:r>
        </a:p>
      </dsp:txBody>
      <dsp:txXfrm>
        <a:off x="0" y="4628886"/>
        <a:ext cx="6949440" cy="11570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C1994-7611-45F0-9CE2-5F28A773426F}">
      <dsp:nvSpPr>
        <dsp:cNvPr id="0" name=""/>
        <dsp:cNvSpPr/>
      </dsp:nvSpPr>
      <dsp:spPr>
        <a:xfrm>
          <a:off x="0" y="69838"/>
          <a:ext cx="6949440" cy="1076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Photodiodes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(Fluoroscopy)</a:t>
          </a:r>
        </a:p>
      </dsp:txBody>
      <dsp:txXfrm>
        <a:off x="52546" y="122384"/>
        <a:ext cx="6844348" cy="971308"/>
      </dsp:txXfrm>
    </dsp:sp>
    <dsp:sp modelId="{8D072F01-3103-48D2-A8B8-5419D00F6A3D}">
      <dsp:nvSpPr>
        <dsp:cNvPr id="0" name=""/>
        <dsp:cNvSpPr/>
      </dsp:nvSpPr>
      <dsp:spPr>
        <a:xfrm>
          <a:off x="0" y="1212478"/>
          <a:ext cx="6949440" cy="1076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Liquid Nitrogen-Cooled Germanium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(Nuclear Medicine)</a:t>
          </a:r>
        </a:p>
      </dsp:txBody>
      <dsp:txXfrm>
        <a:off x="52546" y="1265024"/>
        <a:ext cx="6844348" cy="971308"/>
      </dsp:txXfrm>
    </dsp:sp>
    <dsp:sp modelId="{84BB0F53-40F9-42C8-AE4B-951B37C3DA06}">
      <dsp:nvSpPr>
        <dsp:cNvPr id="0" name=""/>
        <dsp:cNvSpPr/>
      </dsp:nvSpPr>
      <dsp:spPr>
        <a:xfrm>
          <a:off x="0" y="2355118"/>
          <a:ext cx="6949440" cy="1076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Cadmium Zinc Telluride [CZT]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(Nuclear Medicine)</a:t>
          </a:r>
        </a:p>
      </dsp:txBody>
      <dsp:txXfrm>
        <a:off x="52546" y="2407664"/>
        <a:ext cx="6844348" cy="971308"/>
      </dsp:txXfrm>
    </dsp:sp>
    <dsp:sp modelId="{78C24A28-1BB7-42D5-AE33-A595A645FA45}">
      <dsp:nvSpPr>
        <dsp:cNvPr id="0" name=""/>
        <dsp:cNvSpPr/>
      </dsp:nvSpPr>
      <dsp:spPr>
        <a:xfrm>
          <a:off x="0" y="3497759"/>
          <a:ext cx="6949440" cy="1076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Flat Panel Displays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(Mammography, some Radiology?)</a:t>
          </a:r>
        </a:p>
      </dsp:txBody>
      <dsp:txXfrm>
        <a:off x="52546" y="3550305"/>
        <a:ext cx="6844348" cy="971308"/>
      </dsp:txXfrm>
    </dsp:sp>
    <dsp:sp modelId="{9CA00210-9E30-4F92-91B1-854B0C102B65}">
      <dsp:nvSpPr>
        <dsp:cNvPr id="0" name=""/>
        <dsp:cNvSpPr/>
      </dsp:nvSpPr>
      <dsp:spPr>
        <a:xfrm>
          <a:off x="0" y="4640399"/>
          <a:ext cx="6949440" cy="1076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Diodes and MOSFETs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(Therapy)</a:t>
          </a:r>
        </a:p>
      </dsp:txBody>
      <dsp:txXfrm>
        <a:off x="52546" y="4692945"/>
        <a:ext cx="6844348" cy="9713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F3FF3B-4A49-4616-9E15-8A7A807BCA6A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FAA3D-5D86-4701-A604-FC3E9E1C2C55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234E7-AEB8-484A-9CF8-0CB67CC8B855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Ubiquitous and cheap</a:t>
          </a:r>
        </a:p>
      </dsp:txBody>
      <dsp:txXfrm>
        <a:off x="1405898" y="2401"/>
        <a:ext cx="5543541" cy="1217228"/>
      </dsp:txXfrm>
    </dsp:sp>
    <dsp:sp modelId="{325FF710-D049-4CAB-9297-31C1D0659029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F938E-5D1C-40AA-9D70-5A06922AF0B1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92C6D-2696-4A13-8E27-159206B42741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Converts visible light into electrical signals</a:t>
          </a:r>
        </a:p>
      </dsp:txBody>
      <dsp:txXfrm>
        <a:off x="1405898" y="1523937"/>
        <a:ext cx="5543541" cy="1217228"/>
      </dsp:txXfrm>
    </dsp:sp>
    <dsp:sp modelId="{068B7DB5-6D74-429C-AB5A-33700B775EF5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17E72-240C-4851-85D7-BCABE8F828AE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395253-FD90-4B35-9D23-CE65B9A95D23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DOES NOT DETECT RADIATION</a:t>
          </a:r>
        </a:p>
      </dsp:txBody>
      <dsp:txXfrm>
        <a:off x="1405898" y="3045472"/>
        <a:ext cx="5543541" cy="1217228"/>
      </dsp:txXfrm>
    </dsp:sp>
    <dsp:sp modelId="{F3FB92A0-A4DC-42BE-84B1-183787ED8719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EA62E-B80A-4D00-81EC-7487500445C8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A4B35-1B33-4A37-8DDF-C9A2A793C6ED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in scintillators to convert scintillated light into a digital signal</a:t>
          </a:r>
        </a:p>
      </dsp:txBody>
      <dsp:txXfrm>
        <a:off x="1405898" y="4567007"/>
        <a:ext cx="5543541" cy="12172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DA0B4-2C85-49D9-B70D-E3BF9B98C39A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A1C44-2174-49EC-80D0-6FB797D8D74A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35E3F-A901-445C-B9F1-5B5F617C4424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Very expensive and limited scope of use</a:t>
          </a:r>
        </a:p>
      </dsp:txBody>
      <dsp:txXfrm>
        <a:off x="1909124" y="706"/>
        <a:ext cx="5040315" cy="1652921"/>
      </dsp:txXfrm>
    </dsp:sp>
    <dsp:sp modelId="{3E603BC2-7662-4C17-9788-A48028399A4E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1FD3F-4157-4601-A19B-34998A395AC8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49CD5-52B2-499B-9CF0-050291BCD8E6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Great energy resolution</a:t>
          </a:r>
        </a:p>
      </dsp:txBody>
      <dsp:txXfrm>
        <a:off x="1909124" y="2066858"/>
        <a:ext cx="5040315" cy="1652921"/>
      </dsp:txXfrm>
    </dsp:sp>
    <dsp:sp modelId="{4E08247B-5DC1-4649-A66C-8C3630184BC6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8447D-69D6-413E-B6B3-D66E954ADC14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02556-9E0F-406F-8C5F-400B4A2D592F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for identifying individual gamma emitters in mixed radionuclide samples</a:t>
          </a:r>
        </a:p>
      </dsp:txBody>
      <dsp:txXfrm>
        <a:off x="1909124" y="4133010"/>
        <a:ext cx="5040315" cy="16529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043AD-E30F-4FE7-8CEE-6B194D6C1299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31EE5-F7A8-4883-809C-78D5E7004EEB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AFB64-E3AF-49F6-B2F8-E35FC9DCEC78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have one now!</a:t>
          </a:r>
        </a:p>
      </dsp:txBody>
      <dsp:txXfrm>
        <a:off x="1909124" y="706"/>
        <a:ext cx="5040315" cy="1652921"/>
      </dsp:txXfrm>
    </dsp:sp>
    <dsp:sp modelId="{16FA414B-329F-45FE-895B-E2717A20944A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A3E11-4EAF-46D0-A121-4DC5005CE333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3AB03-C6FE-44C4-9D7C-5411060AD890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in nuclear medicine imaging as an alternative to scintillators and germanium</a:t>
          </a:r>
        </a:p>
      </dsp:txBody>
      <dsp:txXfrm>
        <a:off x="1909124" y="2066858"/>
        <a:ext cx="5040315" cy="1652921"/>
      </dsp:txXfrm>
    </dsp:sp>
    <dsp:sp modelId="{1A97F7A6-41A6-4E5A-8B30-57A0DF7C83AA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1EFBB-51EA-469A-9EAD-318053D2DFA1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89082-165D-4A58-AD88-5DFAC2D05230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Operated at room temperature</a:t>
          </a:r>
        </a:p>
      </dsp:txBody>
      <dsp:txXfrm>
        <a:off x="1909124" y="4133010"/>
        <a:ext cx="5040315" cy="16529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043AD-E30F-4FE7-8CEE-6B194D6C1299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B31EE5-F7A8-4883-809C-78D5E7004EEB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AFB64-E3AF-49F6-B2F8-E35FC9DCEC78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Amorphous selenium is often used in radiology and mammography</a:t>
          </a:r>
        </a:p>
      </dsp:txBody>
      <dsp:txXfrm>
        <a:off x="1909124" y="706"/>
        <a:ext cx="5040315" cy="1652921"/>
      </dsp:txXfrm>
    </dsp:sp>
    <dsp:sp modelId="{16FA414B-329F-45FE-895B-E2717A20944A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A3E11-4EAF-46D0-A121-4DC5005CE333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3AB03-C6FE-44C4-9D7C-5411060AD890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Provides a higher spatial resolution than scintillators</a:t>
          </a:r>
        </a:p>
      </dsp:txBody>
      <dsp:txXfrm>
        <a:off x="1909124" y="2066858"/>
        <a:ext cx="5040315" cy="1652921"/>
      </dsp:txXfrm>
    </dsp:sp>
    <dsp:sp modelId="{1A97F7A6-41A6-4E5A-8B30-57A0DF7C83AA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1EFBB-51EA-469A-9EAD-318053D2DFA1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89082-165D-4A58-AD88-5DFAC2D05230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Everything is digital signal natively</a:t>
          </a:r>
        </a:p>
      </dsp:txBody>
      <dsp:txXfrm>
        <a:off x="1909124" y="4133010"/>
        <a:ext cx="5040315" cy="16529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C1D52-0938-4647-B4A0-8837FFDBD4E0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09C7E-966A-49B1-9736-0A6729E760ED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5AB8B-0778-44BB-9B26-CB7A665FBC62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Very small detectors, great for measuring scatter dose just outside of a beam</a:t>
          </a:r>
        </a:p>
      </dsp:txBody>
      <dsp:txXfrm>
        <a:off x="1405898" y="2401"/>
        <a:ext cx="5543541" cy="1217228"/>
      </dsp:txXfrm>
    </dsp:sp>
    <dsp:sp modelId="{64B9494C-7914-485E-B23F-DDAA2774404C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156C0-9443-42C4-86B5-E5AAB618BC0B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D739B-75B7-4462-BCC8-93BED8D38A4A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Also used for small-field dosimetry and beam characterization</a:t>
          </a:r>
        </a:p>
      </dsp:txBody>
      <dsp:txXfrm>
        <a:off x="1405898" y="1523937"/>
        <a:ext cx="5543541" cy="1217228"/>
      </dsp:txXfrm>
    </dsp:sp>
    <dsp:sp modelId="{D73088E3-7628-4568-AB9A-836438CA13CF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A9341-DD45-4CAC-B105-31FFEBB9522C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3A935-D500-4233-B900-E8245111AEBA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Supplements ionization chambers, does not replace them</a:t>
          </a:r>
        </a:p>
      </dsp:txBody>
      <dsp:txXfrm>
        <a:off x="1405898" y="3045472"/>
        <a:ext cx="5543541" cy="1217228"/>
      </dsp:txXfrm>
    </dsp:sp>
    <dsp:sp modelId="{19087729-C891-4AD5-B075-ACB4CF56F664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440DA-A5AB-49BA-AC5A-CFEB23B648A6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4B484-3473-42DC-AACE-F2FF94CF4B60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MOSFETs are very similar to diodes, the added complexity is not useful here</a:t>
          </a:r>
        </a:p>
      </dsp:txBody>
      <dsp:txXfrm>
        <a:off x="1405898" y="4567007"/>
        <a:ext cx="5543541" cy="12172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5E06B-16D4-41F4-9710-16339A55D3E9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06DBB-FDAE-490C-BA02-3A147EE4577A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Scintillators emit visible light or UV radiation after ionization from radiation</a:t>
          </a:r>
        </a:p>
      </dsp:txBody>
      <dsp:txXfrm>
        <a:off x="0" y="0"/>
        <a:ext cx="6949440" cy="1446659"/>
      </dsp:txXfrm>
    </dsp:sp>
    <dsp:sp modelId="{EA9467D3-6FC9-4FE2-97F3-5480E054A38A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8F2C7-4B80-4BF5-A02B-383DC41977E0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emitted light can be seen with the naked eye, but is often amplified</a:t>
          </a:r>
        </a:p>
      </dsp:txBody>
      <dsp:txXfrm>
        <a:off x="0" y="1446659"/>
        <a:ext cx="6949440" cy="1446659"/>
      </dsp:txXfrm>
    </dsp:sp>
    <dsp:sp modelId="{E3052C89-483F-46A0-A188-DF57063DBD02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ED57A-4049-41D8-B3F0-DA2EA2693C71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Many types and kinds of scintillation, know that plastic (organic) and some metals (inorganic) are the most common categories</a:t>
          </a:r>
        </a:p>
      </dsp:txBody>
      <dsp:txXfrm>
        <a:off x="0" y="2893318"/>
        <a:ext cx="6949440" cy="1446659"/>
      </dsp:txXfrm>
    </dsp:sp>
    <dsp:sp modelId="{76C7C328-41AA-4082-9028-B02A5B1B28C9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5FC09-5602-41BC-B0DB-FE57734FD7FE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Inorganic scintillators often require impurities (doping), but they are better at detecting photons</a:t>
          </a:r>
        </a:p>
      </dsp:txBody>
      <dsp:txXfrm>
        <a:off x="0" y="4339978"/>
        <a:ext cx="6949440" cy="144665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5E6D8-15E6-42D9-97D6-0099BF13CAA7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49EDF-CD5E-42B9-AC43-C5F8C6BA9E6F}">
      <dsp:nvSpPr>
        <dsp:cNvPr id="0" name=""/>
        <dsp:cNvSpPr/>
      </dsp:nvSpPr>
      <dsp:spPr>
        <a:xfrm>
          <a:off x="0" y="2825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Photodiodes may be used instead of PMTs</a:t>
          </a:r>
        </a:p>
      </dsp:txBody>
      <dsp:txXfrm>
        <a:off x="0" y="2825"/>
        <a:ext cx="6949440" cy="1926995"/>
      </dsp:txXfrm>
    </dsp:sp>
    <dsp:sp modelId="{B47EF5C3-D92C-4885-BCC7-7CE8830480C5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BC813-CD80-496C-BC99-7BC5D8818107}">
      <dsp:nvSpPr>
        <dsp:cNvPr id="0" name=""/>
        <dsp:cNvSpPr/>
      </dsp:nvSpPr>
      <dsp:spPr>
        <a:xfrm>
          <a:off x="0" y="1929821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Used in many CT scanners and in-direct thin-film transistor mammography/radiology detectors</a:t>
          </a:r>
        </a:p>
      </dsp:txBody>
      <dsp:txXfrm>
        <a:off x="0" y="1929821"/>
        <a:ext cx="6949440" cy="1926995"/>
      </dsp:txXfrm>
    </dsp:sp>
    <dsp:sp modelId="{88D0D29A-DE58-4418-868E-9CC2EDE8F0CE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CE741-14B0-4195-A6C0-FC836E5F74AA}">
      <dsp:nvSpPr>
        <dsp:cNvPr id="0" name=""/>
        <dsp:cNvSpPr/>
      </dsp:nvSpPr>
      <dsp:spPr>
        <a:xfrm>
          <a:off x="0" y="3856816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Light emitted from scintillator is captured by photodiodes and converted into electrical signal</a:t>
          </a:r>
        </a:p>
      </dsp:txBody>
      <dsp:txXfrm>
        <a:off x="0" y="3856816"/>
        <a:ext cx="6949440" cy="192699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148AD-00E9-46C4-8052-F7D026C97834}">
      <dsp:nvSpPr>
        <dsp:cNvPr id="0" name=""/>
        <dsp:cNvSpPr/>
      </dsp:nvSpPr>
      <dsp:spPr>
        <a:xfrm>
          <a:off x="0" y="56350"/>
          <a:ext cx="6949440" cy="1072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Permanent record</a:t>
          </a:r>
        </a:p>
      </dsp:txBody>
      <dsp:txXfrm>
        <a:off x="52359" y="108709"/>
        <a:ext cx="6844722" cy="967861"/>
      </dsp:txXfrm>
    </dsp:sp>
    <dsp:sp modelId="{93B06F01-95BE-4D7A-9329-C27A49B59B32}">
      <dsp:nvSpPr>
        <dsp:cNvPr id="0" name=""/>
        <dsp:cNvSpPr/>
      </dsp:nvSpPr>
      <dsp:spPr>
        <a:xfrm>
          <a:off x="0" y="1206690"/>
          <a:ext cx="6949440" cy="1072579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Great spatial resolution</a:t>
          </a:r>
        </a:p>
      </dsp:txBody>
      <dsp:txXfrm>
        <a:off x="52359" y="1259049"/>
        <a:ext cx="6844722" cy="967861"/>
      </dsp:txXfrm>
    </dsp:sp>
    <dsp:sp modelId="{C7A59BA5-7790-4D90-AF3B-F1908F4235EF}">
      <dsp:nvSpPr>
        <dsp:cNvPr id="0" name=""/>
        <dsp:cNvSpPr/>
      </dsp:nvSpPr>
      <dsp:spPr>
        <a:xfrm>
          <a:off x="0" y="2357029"/>
          <a:ext cx="6949440" cy="1072579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Provides planar views of linac beams</a:t>
          </a:r>
        </a:p>
      </dsp:txBody>
      <dsp:txXfrm>
        <a:off x="52359" y="2409388"/>
        <a:ext cx="6844722" cy="967861"/>
      </dsp:txXfrm>
    </dsp:sp>
    <dsp:sp modelId="{DEBF426E-EEBD-43D6-ABB3-B664B8CC3F19}">
      <dsp:nvSpPr>
        <dsp:cNvPr id="0" name=""/>
        <dsp:cNvSpPr/>
      </dsp:nvSpPr>
      <dsp:spPr>
        <a:xfrm>
          <a:off x="0" y="3507368"/>
          <a:ext cx="6949440" cy="1072579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Inexpensive in the short-term</a:t>
          </a:r>
        </a:p>
      </dsp:txBody>
      <dsp:txXfrm>
        <a:off x="52359" y="3559727"/>
        <a:ext cx="6844722" cy="967861"/>
      </dsp:txXfrm>
    </dsp:sp>
    <dsp:sp modelId="{D5948A8E-88E3-46BC-A421-23D0C38363C5}">
      <dsp:nvSpPr>
        <dsp:cNvPr id="0" name=""/>
        <dsp:cNvSpPr/>
      </dsp:nvSpPr>
      <dsp:spPr>
        <a:xfrm>
          <a:off x="0" y="4657707"/>
          <a:ext cx="6949440" cy="107257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Do not require electricity to use! (Developing Countries)</a:t>
          </a:r>
        </a:p>
      </dsp:txBody>
      <dsp:txXfrm>
        <a:off x="52359" y="4710066"/>
        <a:ext cx="6844722" cy="967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9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6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7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9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8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4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6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9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71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6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12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12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43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40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653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13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47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92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9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7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ells as seen on a microscope">
            <a:extLst>
              <a:ext uri="{FF2B5EF4-FFF2-40B4-BE49-F238E27FC236}">
                <a16:creationId xmlns:a16="http://schemas.microsoft.com/office/drawing/2014/main" id="{B99A4D87-8D86-7CB5-AEB9-2CDCB7528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76" b="9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77BBD-A398-2E3B-F22F-9752617CA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 dirty="0"/>
              <a:t>Detection of Radiation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703D5-AA6C-24E7-519D-1C38DE30F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809" y="5731580"/>
            <a:ext cx="4389476" cy="960120"/>
          </a:xfrm>
        </p:spPr>
        <p:txBody>
          <a:bodyPr numCol="2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/>
              <a:t>RT4220 – Lecture #11</a:t>
            </a:r>
          </a:p>
          <a:p>
            <a:pPr algn="ctr">
              <a:lnSpc>
                <a:spcPct val="100000"/>
              </a:lnSpc>
            </a:pPr>
            <a:r>
              <a:rPr lang="en-US" sz="2400" dirty="0"/>
              <a:t>Kedree Proffitt</a:t>
            </a:r>
          </a:p>
          <a:p>
            <a:pPr algn="ctr">
              <a:lnSpc>
                <a:spcPct val="100000"/>
              </a:lnSpc>
            </a:pPr>
            <a:r>
              <a:rPr lang="en-US" sz="2400" dirty="0"/>
              <a:t>WSU</a:t>
            </a:r>
          </a:p>
          <a:p>
            <a:pPr algn="ctr">
              <a:lnSpc>
                <a:spcPct val="100000"/>
              </a:lnSpc>
            </a:pPr>
            <a:r>
              <a:rPr lang="en-US" sz="2400" dirty="0"/>
              <a:t>10/23/2025</a:t>
            </a:r>
          </a:p>
        </p:txBody>
      </p:sp>
    </p:spTree>
    <p:extLst>
      <p:ext uri="{BB962C8B-B14F-4D97-AF65-F5344CB8AC3E}">
        <p14:creationId xmlns:p14="http://schemas.microsoft.com/office/powerpoint/2010/main" val="749249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ircuit board">
            <a:extLst>
              <a:ext uri="{FF2B5EF4-FFF2-40B4-BE49-F238E27FC236}">
                <a16:creationId xmlns:a16="http://schemas.microsoft.com/office/drawing/2014/main" id="{998CE644-043D-D2D7-A93D-04203D1BA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09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56387-C07E-2D42-4401-CE5AD616C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Semiconductors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5369A-F020-0109-FE91-B7082064C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Why would trucks need musical direction?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22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F0342-2DF9-A925-0CE5-5386C6D0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1D1FA-7710-4B1E-2A33-9F05D100D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Bushberg Summary: Types of Detectors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D92D4D-D649-F775-77FB-B40FAB2945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524082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FF3E8E7-84FC-5880-8DC0-5195DEADAB0F}"/>
              </a:ext>
            </a:extLst>
          </p:cNvPr>
          <p:cNvSpPr/>
          <p:nvPr/>
        </p:nvSpPr>
        <p:spPr>
          <a:xfrm>
            <a:off x="4608246" y="3320716"/>
            <a:ext cx="7146606" cy="3014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2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DEBB5-1147-24B1-FCEF-0E65319C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73A90-1835-7201-03D7-F92FD387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Operating Modes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EEC4BE8-D898-E4A5-6B37-3EF44347A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43651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C31CCB4-A8B2-E537-2DC4-D50469FC52BD}"/>
              </a:ext>
            </a:extLst>
          </p:cNvPr>
          <p:cNvSpPr/>
          <p:nvPr/>
        </p:nvSpPr>
        <p:spPr>
          <a:xfrm>
            <a:off x="4475747" y="3116179"/>
            <a:ext cx="7495674" cy="33808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9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8FDA-7C41-A948-72DD-5C9B80E1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Detector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E06B2-F2FF-57DA-6A56-32BA28C0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Semiconductor detectors are a form of </a:t>
            </a:r>
            <a:r>
              <a:rPr lang="en-US" b="1" dirty="0"/>
              <a:t>solid-state</a:t>
            </a:r>
            <a:r>
              <a:rPr lang="en-US" dirty="0"/>
              <a:t> detector</a:t>
            </a:r>
          </a:p>
          <a:p>
            <a:r>
              <a:rPr lang="en-US" dirty="0"/>
              <a:t>Analogous to </a:t>
            </a:r>
            <a:r>
              <a:rPr lang="en-US" b="1" dirty="0"/>
              <a:t>ionization chambers </a:t>
            </a:r>
            <a:r>
              <a:rPr lang="en-US" dirty="0"/>
              <a:t>or </a:t>
            </a:r>
            <a:r>
              <a:rPr lang="en-US" b="1" dirty="0"/>
              <a:t>proportional counters </a:t>
            </a:r>
            <a:r>
              <a:rPr lang="en-US" dirty="0"/>
              <a:t>in </a:t>
            </a:r>
            <a:r>
              <a:rPr lang="en-US" i="1" dirty="0"/>
              <a:t>purpose</a:t>
            </a:r>
          </a:p>
          <a:p>
            <a:pPr lvl="1"/>
            <a:r>
              <a:rPr lang="en-US" dirty="0"/>
              <a:t>The size of the signal is proportional to energy deposited</a:t>
            </a:r>
          </a:p>
          <a:p>
            <a:r>
              <a:rPr lang="en-US" dirty="0"/>
              <a:t>Commonly use </a:t>
            </a:r>
            <a:r>
              <a:rPr lang="en-US" b="1" dirty="0"/>
              <a:t>amorphous silicon</a:t>
            </a:r>
            <a:r>
              <a:rPr lang="en-US" dirty="0"/>
              <a:t>, sometimes germanium or CZT</a:t>
            </a:r>
          </a:p>
          <a:p>
            <a:r>
              <a:rPr lang="en-US" dirty="0"/>
              <a:t>Ion production is MUCH more efficient in solid-state:</a:t>
            </a:r>
          </a:p>
          <a:p>
            <a:pPr lvl="1"/>
            <a:r>
              <a:rPr lang="en-US" dirty="0"/>
              <a:t>Air: 34 eV/</a:t>
            </a:r>
            <a:r>
              <a:rPr lang="en-US" dirty="0" err="1"/>
              <a:t>i.p.</a:t>
            </a:r>
            <a:endParaRPr lang="en-US" dirty="0"/>
          </a:p>
          <a:p>
            <a:pPr lvl="1"/>
            <a:r>
              <a:rPr lang="en-US" dirty="0"/>
              <a:t>Si: 3.6 eV/</a:t>
            </a:r>
            <a:r>
              <a:rPr lang="en-US" dirty="0" err="1"/>
              <a:t>i.p.</a:t>
            </a:r>
            <a:endParaRPr lang="en-US" dirty="0"/>
          </a:p>
          <a:p>
            <a:pPr lvl="1"/>
            <a:r>
              <a:rPr lang="en-US" dirty="0"/>
              <a:t>Ge: 2.8 eV/</a:t>
            </a:r>
            <a:r>
              <a:rPr lang="en-US" dirty="0" err="1"/>
              <a:t>i.p.</a:t>
            </a:r>
            <a:endParaRPr lang="en-US" dirty="0"/>
          </a:p>
          <a:p>
            <a:r>
              <a:rPr lang="en-US" dirty="0"/>
              <a:t>Because of the increased sensitivity and energy dependence </a:t>
            </a:r>
            <a:r>
              <a:rPr lang="en-US" dirty="0">
                <a:sym typeface="Wingdings" panose="05000000000000000000" pitchFamily="2" charset="2"/>
              </a:rPr>
              <a:t> can </a:t>
            </a:r>
            <a:r>
              <a:rPr lang="en-US" b="1" dirty="0">
                <a:sym typeface="Wingdings" panose="05000000000000000000" pitchFamily="2" charset="2"/>
              </a:rPr>
              <a:t>count individual events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ym typeface="Wingdings" panose="05000000000000000000" pitchFamily="2" charset="2"/>
              </a:rPr>
              <a:t>differentiate energies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11578B-5A35-F9B8-6F06-8712F030985C}"/>
              </a:ext>
            </a:extLst>
          </p:cNvPr>
          <p:cNvSpPr/>
          <p:nvPr/>
        </p:nvSpPr>
        <p:spPr>
          <a:xfrm>
            <a:off x="640078" y="2161596"/>
            <a:ext cx="11192257" cy="858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622D9-44A2-0BBD-7E41-2479CB783989}"/>
              </a:ext>
            </a:extLst>
          </p:cNvPr>
          <p:cNvSpPr/>
          <p:nvPr/>
        </p:nvSpPr>
        <p:spPr>
          <a:xfrm>
            <a:off x="640078" y="3054560"/>
            <a:ext cx="11192257" cy="530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8202A-C006-9580-5F80-A63173FF6509}"/>
              </a:ext>
            </a:extLst>
          </p:cNvPr>
          <p:cNvSpPr/>
          <p:nvPr/>
        </p:nvSpPr>
        <p:spPr>
          <a:xfrm>
            <a:off x="640077" y="3620045"/>
            <a:ext cx="11192257" cy="1505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7B356-910B-DAF6-8F2D-CC97AE41C321}"/>
              </a:ext>
            </a:extLst>
          </p:cNvPr>
          <p:cNvSpPr/>
          <p:nvPr/>
        </p:nvSpPr>
        <p:spPr>
          <a:xfrm>
            <a:off x="640076" y="5325901"/>
            <a:ext cx="11192257" cy="858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5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6DD6E-12B9-ED5B-A806-1A6C2053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A3817-96D0-F42F-F83D-0F2619062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100"/>
              <a:t>How Semiconductors Work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46BB8B5-DC6F-4002-B602-94D3BC201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1232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B51D272-87A0-7762-7410-7F0151E4E01E}"/>
              </a:ext>
            </a:extLst>
          </p:cNvPr>
          <p:cNvSpPr/>
          <p:nvPr/>
        </p:nvSpPr>
        <p:spPr>
          <a:xfrm>
            <a:off x="4608246" y="1588168"/>
            <a:ext cx="7224089" cy="1139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F2807-C4B3-17C3-6A7C-AB7E5C92C1EC}"/>
              </a:ext>
            </a:extLst>
          </p:cNvPr>
          <p:cNvSpPr/>
          <p:nvPr/>
        </p:nvSpPr>
        <p:spPr>
          <a:xfrm>
            <a:off x="4608246" y="2785528"/>
            <a:ext cx="7224089" cy="1226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DAAD71-A292-131E-6DD3-5134A4595DAD}"/>
              </a:ext>
            </a:extLst>
          </p:cNvPr>
          <p:cNvSpPr/>
          <p:nvPr/>
        </p:nvSpPr>
        <p:spPr>
          <a:xfrm>
            <a:off x="4608245" y="3990599"/>
            <a:ext cx="7224089" cy="1139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C4FDBC-D76F-454A-5915-DA2C038861F3}"/>
              </a:ext>
            </a:extLst>
          </p:cNvPr>
          <p:cNvSpPr/>
          <p:nvPr/>
        </p:nvSpPr>
        <p:spPr>
          <a:xfrm>
            <a:off x="4580900" y="5109043"/>
            <a:ext cx="7224089" cy="1139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5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band&#10;&#10;AI-generated content may be incorrect.">
            <a:extLst>
              <a:ext uri="{FF2B5EF4-FFF2-40B4-BE49-F238E27FC236}">
                <a16:creationId xmlns:a16="http://schemas.microsoft.com/office/drawing/2014/main" id="{E2519A3C-87C1-2C3D-455F-4DB4E2D44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0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9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CA9C-445E-C597-E61C-E80321A6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B28A-6B14-66AF-953E-022FB286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Diodes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8E56-0F42-60BF-B2D5-24A4BBC36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Doping the silicon with impurities (boron, phosphorus) creates charge carriers</a:t>
            </a:r>
          </a:p>
          <a:p>
            <a:r>
              <a:rPr lang="en-US" dirty="0"/>
              <a:t>One side of the diode is doped with boron which has more valence electrons than the silicon (</a:t>
            </a:r>
            <a:r>
              <a:rPr lang="en-US" b="1" dirty="0"/>
              <a:t>n-type</a:t>
            </a:r>
            <a:r>
              <a:rPr lang="en-US" dirty="0"/>
              <a:t>); the other side is doped with phosphorus which act like electron sinkholes (</a:t>
            </a:r>
            <a:r>
              <a:rPr lang="en-US" b="1" dirty="0"/>
              <a:t>p-type</a:t>
            </a:r>
            <a:r>
              <a:rPr lang="en-US" dirty="0"/>
              <a:t>)</a:t>
            </a:r>
          </a:p>
          <a:p>
            <a:r>
              <a:rPr lang="en-US" dirty="0"/>
              <a:t>If we apply a voltage, fun things happen:</a:t>
            </a:r>
          </a:p>
          <a:p>
            <a:pPr lvl="1"/>
            <a:r>
              <a:rPr lang="en-US" b="1" dirty="0"/>
              <a:t>Forward Bias</a:t>
            </a:r>
            <a:r>
              <a:rPr lang="en-US" dirty="0"/>
              <a:t>: we see </a:t>
            </a:r>
            <a:r>
              <a:rPr lang="en-US" b="1" dirty="0"/>
              <a:t>constant</a:t>
            </a:r>
            <a:r>
              <a:rPr lang="en-US" dirty="0"/>
              <a:t> current flow</a:t>
            </a:r>
          </a:p>
          <a:p>
            <a:pPr lvl="1"/>
            <a:r>
              <a:rPr lang="en-US" b="1" dirty="0"/>
              <a:t>Reverse Bias</a:t>
            </a:r>
            <a:r>
              <a:rPr lang="en-US" dirty="0"/>
              <a:t>: we see next to </a:t>
            </a:r>
            <a:r>
              <a:rPr lang="en-US" b="1" dirty="0"/>
              <a:t>zero</a:t>
            </a:r>
            <a:r>
              <a:rPr lang="en-US" dirty="0"/>
              <a:t> current flow (DESIREABLE)</a:t>
            </a:r>
          </a:p>
          <a:p>
            <a:r>
              <a:rPr lang="en-US" dirty="0"/>
              <a:t>The reverse bias allows us to see energy deposition from ionizing radiation as the signal is no longer drowned out by the noise caused by forward bias or no bias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33A12C-7C92-0FF6-9F4E-D089326CD191}"/>
              </a:ext>
            </a:extLst>
          </p:cNvPr>
          <p:cNvSpPr/>
          <p:nvPr/>
        </p:nvSpPr>
        <p:spPr>
          <a:xfrm>
            <a:off x="697832" y="2296740"/>
            <a:ext cx="11134503" cy="113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82478-80A9-3209-C3FD-9F28CB924A40}"/>
              </a:ext>
            </a:extLst>
          </p:cNvPr>
          <p:cNvSpPr/>
          <p:nvPr/>
        </p:nvSpPr>
        <p:spPr>
          <a:xfrm>
            <a:off x="612647" y="3478711"/>
            <a:ext cx="11134503" cy="113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D75B8F-D427-A9EC-AEF4-5CC903A4B497}"/>
              </a:ext>
            </a:extLst>
          </p:cNvPr>
          <p:cNvSpPr/>
          <p:nvPr/>
        </p:nvSpPr>
        <p:spPr>
          <a:xfrm>
            <a:off x="697832" y="4645604"/>
            <a:ext cx="11134503" cy="1132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9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353C4-D866-7533-D667-D7370B49E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" y="332509"/>
            <a:ext cx="12097452" cy="619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61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06D3B-1E18-A482-E7A3-0AB41E0C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88" y="-23291"/>
            <a:ext cx="7517081" cy="68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7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E5E72-DDDF-3D55-A39A-B3EFF8B1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209B1-F21D-6EB5-6FFD-FE9FAEE0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3400"/>
              <a:t>Types of Semiconductor Detectors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CFB9062-2837-BD60-021C-CBAF023BD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79368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E1BF934-865A-FAFD-3571-FF6B4935E95B}"/>
              </a:ext>
            </a:extLst>
          </p:cNvPr>
          <p:cNvSpPr/>
          <p:nvPr/>
        </p:nvSpPr>
        <p:spPr>
          <a:xfrm>
            <a:off x="4608246" y="1732548"/>
            <a:ext cx="7134575" cy="1106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99B3CF-3965-1713-9A3E-A3315918C69E}"/>
              </a:ext>
            </a:extLst>
          </p:cNvPr>
          <p:cNvSpPr/>
          <p:nvPr/>
        </p:nvSpPr>
        <p:spPr>
          <a:xfrm>
            <a:off x="4581541" y="2888506"/>
            <a:ext cx="7134575" cy="1106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1B2EE1-0BE3-CF31-1060-AFB6EFA2590A}"/>
              </a:ext>
            </a:extLst>
          </p:cNvPr>
          <p:cNvSpPr/>
          <p:nvPr/>
        </p:nvSpPr>
        <p:spPr>
          <a:xfrm>
            <a:off x="4581541" y="4018548"/>
            <a:ext cx="7134575" cy="1106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6EE37-7E35-1433-0CF1-652000697B42}"/>
              </a:ext>
            </a:extLst>
          </p:cNvPr>
          <p:cNvSpPr/>
          <p:nvPr/>
        </p:nvSpPr>
        <p:spPr>
          <a:xfrm>
            <a:off x="4581540" y="5174506"/>
            <a:ext cx="7134575" cy="1106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651AF-4FAA-3DB5-8581-2DB4B9D1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15A14-C60C-B1C4-F167-CE42653C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Photodiodes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672472-F25E-E76A-183C-C1F71687D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8201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85571AC-C3EC-97B3-4A8B-1176A365F90E}"/>
              </a:ext>
            </a:extLst>
          </p:cNvPr>
          <p:cNvSpPr/>
          <p:nvPr/>
        </p:nvSpPr>
        <p:spPr>
          <a:xfrm>
            <a:off x="4608246" y="1900990"/>
            <a:ext cx="7134575" cy="1528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83D97-629A-6867-F6B6-E42D750E78C8}"/>
              </a:ext>
            </a:extLst>
          </p:cNvPr>
          <p:cNvSpPr/>
          <p:nvPr/>
        </p:nvSpPr>
        <p:spPr>
          <a:xfrm>
            <a:off x="4581541" y="3441959"/>
            <a:ext cx="7134575" cy="1528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EADFF-ADDC-136B-F4FB-A07F9C4756C0}"/>
              </a:ext>
            </a:extLst>
          </p:cNvPr>
          <p:cNvSpPr/>
          <p:nvPr/>
        </p:nvSpPr>
        <p:spPr>
          <a:xfrm>
            <a:off x="4608246" y="5068629"/>
            <a:ext cx="7134575" cy="1528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1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940D2-20A1-4CD3-C778-324FE93F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B5270-A302-FC36-2E5B-384490E2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Liquid Nitrogen-Cooled Germanium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58872A-0A7C-7B3F-93A2-FCFFF1316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22852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411AC6-4DD7-E351-E23D-DCFEC17BFD85}"/>
              </a:ext>
            </a:extLst>
          </p:cNvPr>
          <p:cNvSpPr/>
          <p:nvPr/>
        </p:nvSpPr>
        <p:spPr>
          <a:xfrm>
            <a:off x="4515678" y="2418348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EEFB4-DAAB-1A29-5418-2509FDB57066}"/>
              </a:ext>
            </a:extLst>
          </p:cNvPr>
          <p:cNvSpPr/>
          <p:nvPr/>
        </p:nvSpPr>
        <p:spPr>
          <a:xfrm>
            <a:off x="4515678" y="4551271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6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13A8D-D672-B124-B583-7FAEFCBA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2E71D-D8AD-B5C5-4AA4-D84527827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CZT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8E0CD1-8371-4740-6FB9-32938A89B6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38501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3D55B91-8E25-4AFB-43FE-A12FF7140C8B}"/>
              </a:ext>
            </a:extLst>
          </p:cNvPr>
          <p:cNvSpPr/>
          <p:nvPr/>
        </p:nvSpPr>
        <p:spPr>
          <a:xfrm>
            <a:off x="4515678" y="2418348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52D05-6CEF-BFE6-AFBB-265473B30E77}"/>
              </a:ext>
            </a:extLst>
          </p:cNvPr>
          <p:cNvSpPr/>
          <p:nvPr/>
        </p:nvSpPr>
        <p:spPr>
          <a:xfrm>
            <a:off x="4608246" y="4638174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8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D5E00-11F3-BF1C-9183-29623BBE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CDCC49-163B-5148-A79B-7EDE6724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B5AF8-FB10-EB6E-506B-0B8754813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Flat Panel Displays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586679-E741-7309-26B2-A9CE40B1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71538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B4787D2-6BB3-1744-9162-AA224CF10A2A}"/>
              </a:ext>
            </a:extLst>
          </p:cNvPr>
          <p:cNvSpPr/>
          <p:nvPr/>
        </p:nvSpPr>
        <p:spPr>
          <a:xfrm>
            <a:off x="4515678" y="2418348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FBB3D-C8D1-AD1D-07A6-6D558CB80A98}"/>
              </a:ext>
            </a:extLst>
          </p:cNvPr>
          <p:cNvSpPr/>
          <p:nvPr/>
        </p:nvSpPr>
        <p:spPr>
          <a:xfrm>
            <a:off x="4608246" y="4551271"/>
            <a:ext cx="7134575" cy="2045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BFB4C-B946-D469-3960-C9952611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0FA21-2AB7-79A9-90DB-6D58571D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Therapy Diodes and MOSFETS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9C9C2C-084B-7BF6-219D-FA13FAC6E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16441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E9ABF2E-CF65-6842-B201-D2022C22EBBE}"/>
              </a:ext>
            </a:extLst>
          </p:cNvPr>
          <p:cNvSpPr/>
          <p:nvPr/>
        </p:nvSpPr>
        <p:spPr>
          <a:xfrm>
            <a:off x="4515678" y="1913022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8A627-53D3-7780-1C3F-D6E817E52FCA}"/>
              </a:ext>
            </a:extLst>
          </p:cNvPr>
          <p:cNvSpPr/>
          <p:nvPr/>
        </p:nvSpPr>
        <p:spPr>
          <a:xfrm>
            <a:off x="4581541" y="3366161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C94E44-2AF1-FC41-8291-7CCE69563D56}"/>
              </a:ext>
            </a:extLst>
          </p:cNvPr>
          <p:cNvSpPr/>
          <p:nvPr/>
        </p:nvSpPr>
        <p:spPr>
          <a:xfrm>
            <a:off x="4581540" y="5049241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2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Light reflection in a lens">
            <a:extLst>
              <a:ext uri="{FF2B5EF4-FFF2-40B4-BE49-F238E27FC236}">
                <a16:creationId xmlns:a16="http://schemas.microsoft.com/office/drawing/2014/main" id="{C32E3081-1C07-BA72-C927-6F83F062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51" b="125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DE4D8-5074-9E97-983D-13B6C3881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6600" dirty="0"/>
              <a:t>Scintillators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78E28-F746-9749-AB1B-9EA658C56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i="1" dirty="0"/>
              <a:t>How scintillating!</a:t>
            </a:r>
          </a:p>
        </p:txBody>
      </p:sp>
    </p:spTree>
    <p:extLst>
      <p:ext uri="{BB962C8B-B14F-4D97-AF65-F5344CB8AC3E}">
        <p14:creationId xmlns:p14="http://schemas.microsoft.com/office/powerpoint/2010/main" val="1759392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F7454-7FCB-4A93-F9B3-F5A32FDD4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80498-5455-8C15-42D7-34F5A643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Scintillator Operation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2BFFBA-D0E9-5A0E-097B-323C1E6AA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98760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3707E9B-3D0A-6453-324D-AB31E91CE8E1}"/>
              </a:ext>
            </a:extLst>
          </p:cNvPr>
          <p:cNvSpPr/>
          <p:nvPr/>
        </p:nvSpPr>
        <p:spPr>
          <a:xfrm>
            <a:off x="4515678" y="1684422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9D0D78-8CBC-6A90-406C-B3054DB51873}"/>
              </a:ext>
            </a:extLst>
          </p:cNvPr>
          <p:cNvSpPr/>
          <p:nvPr/>
        </p:nvSpPr>
        <p:spPr>
          <a:xfrm>
            <a:off x="4444776" y="3251861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CD05B-AF24-474E-28B9-53C723D3D396}"/>
              </a:ext>
            </a:extLst>
          </p:cNvPr>
          <p:cNvSpPr/>
          <p:nvPr/>
        </p:nvSpPr>
        <p:spPr>
          <a:xfrm>
            <a:off x="4581541" y="4845030"/>
            <a:ext cx="7134575" cy="1515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3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A3EE-3418-87B1-C5F4-82AA94F0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85C4-E8F8-2C93-0B80-63C74648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Nuclear Medicine Scintillators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376F-FE6A-48C3-F2A2-D5BEE165D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BGO</a:t>
            </a:r>
          </a:p>
          <a:p>
            <a:r>
              <a:rPr lang="en-US" dirty="0"/>
              <a:t>LSO</a:t>
            </a:r>
          </a:p>
          <a:p>
            <a:r>
              <a:rPr lang="en-US" dirty="0" err="1"/>
              <a:t>NaI</a:t>
            </a:r>
            <a:r>
              <a:rPr lang="en-US" dirty="0"/>
              <a:t> (Tl)</a:t>
            </a:r>
          </a:p>
          <a:p>
            <a:r>
              <a:rPr lang="en-US" dirty="0"/>
              <a:t>GSO</a:t>
            </a:r>
          </a:p>
          <a:p>
            <a:r>
              <a:rPr lang="en-US" dirty="0"/>
              <a:t>YSO</a:t>
            </a:r>
          </a:p>
          <a:p>
            <a:r>
              <a:rPr lang="en-US" dirty="0"/>
              <a:t>BaF2</a:t>
            </a:r>
          </a:p>
          <a:p>
            <a:r>
              <a:rPr lang="en-US" dirty="0"/>
              <a:t>LYSO</a:t>
            </a:r>
          </a:p>
          <a:p>
            <a:r>
              <a:rPr lang="en-US" dirty="0"/>
              <a:t>LaBr3</a:t>
            </a:r>
          </a:p>
          <a:p>
            <a:r>
              <a:rPr lang="en-US" dirty="0"/>
              <a:t>GAGG</a:t>
            </a:r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CA0A4217-BDE5-BCB2-87F4-4F0BB407D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474" y="2435619"/>
            <a:ext cx="8985585" cy="27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75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6EF7-24B9-9B24-1594-71B10924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E8D9-40C0-F486-D6A3-CD54C3D3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Photomarkiplier</a:t>
            </a:r>
            <a:r>
              <a:rPr lang="en-US" dirty="0"/>
              <a:t> Tubes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D63C-3A80-D420-FDF9-8ADE7EF25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Photomultiplier tubes capture light, convert it into electrical signal, then amplify the electrical signal</a:t>
            </a:r>
          </a:p>
          <a:p>
            <a:r>
              <a:rPr lang="en-US" dirty="0"/>
              <a:t>Extremely high-voltage</a:t>
            </a:r>
          </a:p>
          <a:p>
            <a:r>
              <a:rPr lang="en-US" dirty="0"/>
              <a:t>Very large</a:t>
            </a:r>
          </a:p>
          <a:p>
            <a:r>
              <a:rPr lang="en-US" dirty="0"/>
              <a:t>Often used in </a:t>
            </a:r>
            <a:r>
              <a:rPr lang="en-US" dirty="0" err="1"/>
              <a:t>nuc</a:t>
            </a:r>
            <a:r>
              <a:rPr lang="en-US" dirty="0"/>
              <a:t>. med.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068EB-26D2-A6C6-8559-7C14C860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163" y="3043989"/>
            <a:ext cx="8224837" cy="3814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CB52F-E810-C009-FA07-1EC397345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356" y="2599478"/>
            <a:ext cx="6902997" cy="4445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6601EB-371A-6C77-202B-2A5C251636FD}"/>
              </a:ext>
            </a:extLst>
          </p:cNvPr>
          <p:cNvSpPr/>
          <p:nvPr/>
        </p:nvSpPr>
        <p:spPr>
          <a:xfrm>
            <a:off x="612648" y="2599478"/>
            <a:ext cx="3354516" cy="4445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48A8C-9761-B299-36CA-8F90FF7AB2ED}"/>
              </a:ext>
            </a:extLst>
          </p:cNvPr>
          <p:cNvSpPr/>
          <p:nvPr/>
        </p:nvSpPr>
        <p:spPr>
          <a:xfrm>
            <a:off x="612646" y="3160696"/>
            <a:ext cx="2732133" cy="26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C8D603-B92F-2516-BC8A-D70E836BDA78}"/>
              </a:ext>
            </a:extLst>
          </p:cNvPr>
          <p:cNvSpPr/>
          <p:nvPr/>
        </p:nvSpPr>
        <p:spPr>
          <a:xfrm>
            <a:off x="612646" y="3614457"/>
            <a:ext cx="3354517" cy="5605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C4E8F-5554-1625-6B89-991A98C1FEC4}"/>
              </a:ext>
            </a:extLst>
          </p:cNvPr>
          <p:cNvSpPr/>
          <p:nvPr/>
        </p:nvSpPr>
        <p:spPr>
          <a:xfrm>
            <a:off x="4657550" y="2599478"/>
            <a:ext cx="7025113" cy="409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1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CC70B-E79F-BA69-CEDB-4F3F7829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94522-4E34-FD32-6829-6691A46F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Scintillator + Photodiode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C20D6C-6AE2-140E-21D7-D2D74CAAE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83703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46090D-F28A-D6ED-CE0B-8F7859A613D9}"/>
              </a:ext>
            </a:extLst>
          </p:cNvPr>
          <p:cNvSpPr/>
          <p:nvPr/>
        </p:nvSpPr>
        <p:spPr>
          <a:xfrm>
            <a:off x="4515678" y="2286000"/>
            <a:ext cx="7134575" cy="1780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58A36-BC8C-B04A-61C4-BA2EAD978F0F}"/>
              </a:ext>
            </a:extLst>
          </p:cNvPr>
          <p:cNvSpPr/>
          <p:nvPr/>
        </p:nvSpPr>
        <p:spPr>
          <a:xfrm>
            <a:off x="4423111" y="4288055"/>
            <a:ext cx="7134575" cy="1691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4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4823-0970-D190-86EE-DFA6634A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9731-939A-A224-965F-9B116DE6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Trapping Scintillators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89395-568A-40F2-1C91-27AE22811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scintillators trap excited electrons, which can be released later</a:t>
            </a:r>
          </a:p>
          <a:p>
            <a:r>
              <a:rPr lang="en-US" dirty="0"/>
              <a:t>Two main types,</a:t>
            </a:r>
          </a:p>
          <a:p>
            <a:pPr lvl="1"/>
            <a:r>
              <a:rPr lang="en-US" dirty="0" err="1"/>
              <a:t>Thermoluminescent</a:t>
            </a:r>
            <a:r>
              <a:rPr lang="en-US" dirty="0"/>
              <a:t> Dosimeters [TLDs]</a:t>
            </a:r>
          </a:p>
          <a:p>
            <a:pPr lvl="1"/>
            <a:r>
              <a:rPr lang="en-US" dirty="0"/>
              <a:t>Optically Stimulated Luminescent Dosimeters [OSLDs] (now mostly defunct in therapy, but making a comeback)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3DC90-4CFA-E4B6-2873-BE970AE0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586" y="3711530"/>
            <a:ext cx="6054827" cy="31464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798AD6-EBCD-1DBE-FF84-A70ED0CC3109}"/>
              </a:ext>
            </a:extLst>
          </p:cNvPr>
          <p:cNvSpPr/>
          <p:nvPr/>
        </p:nvSpPr>
        <p:spPr>
          <a:xfrm>
            <a:off x="412909" y="2195551"/>
            <a:ext cx="11166444" cy="1654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8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with a ball in the middle&#10;&#10;AI-generated content may be incorrect.">
            <a:extLst>
              <a:ext uri="{FF2B5EF4-FFF2-40B4-BE49-F238E27FC236}">
                <a16:creationId xmlns:a16="http://schemas.microsoft.com/office/drawing/2014/main" id="{8C25BB0C-FBDF-826D-8CCA-FFB55DBDF8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8844" b="3291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7A80F6-6C92-7E20-FB09-78F458D51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Film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7ABF0-603E-99E0-74A6-CD1C63252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i="1" dirty="0">
                <a:solidFill>
                  <a:srgbClr val="FFFFFF"/>
                </a:solidFill>
              </a:rPr>
              <a:t>Spooky ahh image</a:t>
            </a:r>
          </a:p>
        </p:txBody>
      </p:sp>
    </p:spTree>
    <p:extLst>
      <p:ext uri="{BB962C8B-B14F-4D97-AF65-F5344CB8AC3E}">
        <p14:creationId xmlns:p14="http://schemas.microsoft.com/office/powerpoint/2010/main" val="283224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3587C-1952-D37E-FB84-5C1E397C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162E5-9E8F-5EEB-A780-0BDDF71E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Motivation of Film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0817B9-F3F4-B7BF-ED65-E8C356FC0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92778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9C43E4-C1E8-1BB2-4450-3CFD0B2D2015}"/>
              </a:ext>
            </a:extLst>
          </p:cNvPr>
          <p:cNvSpPr/>
          <p:nvPr/>
        </p:nvSpPr>
        <p:spPr>
          <a:xfrm>
            <a:off x="4515678" y="1708485"/>
            <a:ext cx="7134575" cy="115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01362-7045-D23B-7CA8-250AB8790A11}"/>
              </a:ext>
            </a:extLst>
          </p:cNvPr>
          <p:cNvSpPr/>
          <p:nvPr/>
        </p:nvSpPr>
        <p:spPr>
          <a:xfrm>
            <a:off x="4608246" y="2866850"/>
            <a:ext cx="7134575" cy="115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8D173-AC3A-A9E4-DD59-DFE99E892F6F}"/>
              </a:ext>
            </a:extLst>
          </p:cNvPr>
          <p:cNvSpPr/>
          <p:nvPr/>
        </p:nvSpPr>
        <p:spPr>
          <a:xfrm>
            <a:off x="4515678" y="3993005"/>
            <a:ext cx="7134575" cy="115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FB753F-C2F2-EC2F-D3DF-27701E1E1BD2}"/>
              </a:ext>
            </a:extLst>
          </p:cNvPr>
          <p:cNvSpPr/>
          <p:nvPr/>
        </p:nvSpPr>
        <p:spPr>
          <a:xfrm>
            <a:off x="4515678" y="5165809"/>
            <a:ext cx="7134575" cy="115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7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C8E1-30F6-57AA-1A1C-D19C9F3F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D5A6-9F37-F548-21DC-97628BE2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F555-F78E-F2BE-8945-082A9180B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Radio</a:t>
            </a:r>
            <a:r>
              <a:rPr lang="en-US" b="1" i="1" dirty="0"/>
              <a:t>graphic</a:t>
            </a:r>
          </a:p>
          <a:p>
            <a:pPr lvl="1"/>
            <a:r>
              <a:rPr lang="en-US" dirty="0"/>
              <a:t>Silver halide crystals in an emulsion are ionized which darkens produces an image when processed</a:t>
            </a:r>
          </a:p>
          <a:p>
            <a:pPr lvl="1"/>
            <a:r>
              <a:rPr lang="en-US" dirty="0"/>
              <a:t>Requires careful processing in a dark room with chemicals</a:t>
            </a:r>
          </a:p>
          <a:p>
            <a:pPr lvl="1"/>
            <a:r>
              <a:rPr lang="en-US" dirty="0" err="1"/>
              <a:t>AgBr</a:t>
            </a:r>
            <a:r>
              <a:rPr lang="en-US" dirty="0"/>
              <a:t> is fixed and the irradiated Ag is washed away?</a:t>
            </a:r>
          </a:p>
          <a:p>
            <a:pPr lvl="1"/>
            <a:r>
              <a:rPr lang="en-US" dirty="0"/>
              <a:t>High average Z is not great, and developing film really sucks</a:t>
            </a:r>
          </a:p>
          <a:p>
            <a:r>
              <a:rPr lang="en-US" dirty="0" err="1"/>
              <a:t>Radio</a:t>
            </a:r>
            <a:r>
              <a:rPr lang="en-US" b="1" i="1" dirty="0" err="1"/>
              <a:t>chromic</a:t>
            </a:r>
            <a:endParaRPr lang="en-US" b="1" i="1" dirty="0"/>
          </a:p>
          <a:p>
            <a:pPr lvl="1"/>
            <a:r>
              <a:rPr lang="en-US" dirty="0"/>
              <a:t>Better than radiographic!</a:t>
            </a:r>
          </a:p>
          <a:p>
            <a:pPr lvl="1"/>
            <a:r>
              <a:rPr lang="en-US" dirty="0"/>
              <a:t>Self-developing</a:t>
            </a:r>
          </a:p>
          <a:p>
            <a:pPr lvl="1"/>
            <a:r>
              <a:rPr lang="en-US" dirty="0"/>
              <a:t>Starts as light green, becomes darker after irradiation</a:t>
            </a:r>
          </a:p>
          <a:p>
            <a:pPr lvl="1"/>
            <a:r>
              <a:rPr lang="en-US" dirty="0"/>
              <a:t>Takes approximately 24 hours to finish darkening</a:t>
            </a:r>
          </a:p>
          <a:p>
            <a:pPr lvl="1"/>
            <a:r>
              <a:rPr lang="en-US" dirty="0" err="1"/>
              <a:t>GafChromic</a:t>
            </a:r>
            <a:r>
              <a:rPr lang="en-US" dirty="0"/>
              <a:t> is the name-brand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5C6F7-FCD9-67BC-F239-0B6FACA47543}"/>
              </a:ext>
            </a:extLst>
          </p:cNvPr>
          <p:cNvSpPr/>
          <p:nvPr/>
        </p:nvSpPr>
        <p:spPr>
          <a:xfrm>
            <a:off x="925775" y="2857416"/>
            <a:ext cx="6906784" cy="246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5241A6-5535-6525-0303-77427E5A0E57}"/>
              </a:ext>
            </a:extLst>
          </p:cNvPr>
          <p:cNvSpPr/>
          <p:nvPr/>
        </p:nvSpPr>
        <p:spPr>
          <a:xfrm>
            <a:off x="789418" y="3182267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39D218-69AA-EB26-E91C-AD230189503A}"/>
              </a:ext>
            </a:extLst>
          </p:cNvPr>
          <p:cNvSpPr/>
          <p:nvPr/>
        </p:nvSpPr>
        <p:spPr>
          <a:xfrm>
            <a:off x="925774" y="3547854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134E2-56C9-5736-9337-7660884DD0D2}"/>
              </a:ext>
            </a:extLst>
          </p:cNvPr>
          <p:cNvSpPr/>
          <p:nvPr/>
        </p:nvSpPr>
        <p:spPr>
          <a:xfrm>
            <a:off x="612647" y="3970423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E830A-808C-911E-E1F0-917DFB9BA711}"/>
              </a:ext>
            </a:extLst>
          </p:cNvPr>
          <p:cNvSpPr/>
          <p:nvPr/>
        </p:nvSpPr>
        <p:spPr>
          <a:xfrm>
            <a:off x="789418" y="4363768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D27B88-A1C6-1ADC-423D-B9A47CF882E8}"/>
              </a:ext>
            </a:extLst>
          </p:cNvPr>
          <p:cNvSpPr/>
          <p:nvPr/>
        </p:nvSpPr>
        <p:spPr>
          <a:xfrm>
            <a:off x="789418" y="4727894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4A7DD8-9A48-9707-F456-382D2B0A5376}"/>
              </a:ext>
            </a:extLst>
          </p:cNvPr>
          <p:cNvSpPr/>
          <p:nvPr/>
        </p:nvSpPr>
        <p:spPr>
          <a:xfrm>
            <a:off x="925774" y="5105513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D4E2AB-530F-E1E0-ABA8-5E89E5C70423}"/>
              </a:ext>
            </a:extLst>
          </p:cNvPr>
          <p:cNvSpPr/>
          <p:nvPr/>
        </p:nvSpPr>
        <p:spPr>
          <a:xfrm>
            <a:off x="857597" y="5459069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95171-62B9-E83F-22DD-C7EDB2C8AC1D}"/>
              </a:ext>
            </a:extLst>
          </p:cNvPr>
          <p:cNvSpPr/>
          <p:nvPr/>
        </p:nvSpPr>
        <p:spPr>
          <a:xfrm>
            <a:off x="789418" y="5860151"/>
            <a:ext cx="6906784" cy="3429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13246-9A71-520F-43B2-05D80F848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11" y="1637159"/>
            <a:ext cx="6096000" cy="3583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D148C9-1E79-B459-E849-DE343F02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013" y="1637159"/>
            <a:ext cx="6090988" cy="389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2353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Metadata/LabelInfo.xml><?xml version="1.0" encoding="utf-8"?>
<clbl:labelList xmlns:clbl="http://schemas.microsoft.com/office/2020/mipLabelMetadata">
  <clbl:label id="{e51cdec9-811d-471d-bbe6-dd3d8d54c28b}" enabled="0" method="" siteId="{e51cdec9-811d-471d-bbe6-dd3d8d54c2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868</Words>
  <Application>Microsoft Office PowerPoint</Application>
  <PresentationFormat>Widescreen</PresentationFormat>
  <Paragraphs>132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Bierstadt</vt:lpstr>
      <vt:lpstr>Neue Haas Grotesk Text Pro</vt:lpstr>
      <vt:lpstr>Wingdings</vt:lpstr>
      <vt:lpstr>GestaltVTI</vt:lpstr>
      <vt:lpstr>VanillaVTI</vt:lpstr>
      <vt:lpstr>Detection of Radiation II</vt:lpstr>
      <vt:lpstr>Semiconductors</vt:lpstr>
      <vt:lpstr>Bushberg Summary: Types of Detectors</vt:lpstr>
      <vt:lpstr>Operating Modes</vt:lpstr>
      <vt:lpstr>Semiconductor Detector Motivation</vt:lpstr>
      <vt:lpstr>How Semiconductors Work</vt:lpstr>
      <vt:lpstr>PowerPoint Presentation</vt:lpstr>
      <vt:lpstr>How Diodes Work</vt:lpstr>
      <vt:lpstr>PowerPoint Presentation</vt:lpstr>
      <vt:lpstr>PowerPoint Presentation</vt:lpstr>
      <vt:lpstr>Types of Semiconductor Detectors</vt:lpstr>
      <vt:lpstr>Photodiodes</vt:lpstr>
      <vt:lpstr>Liquid Nitrogen-Cooled Germanium</vt:lpstr>
      <vt:lpstr>CZT</vt:lpstr>
      <vt:lpstr>Flat Panel Displays</vt:lpstr>
      <vt:lpstr>Therapy Diodes and MOSFETS</vt:lpstr>
      <vt:lpstr>Scintillators</vt:lpstr>
      <vt:lpstr>Scintillator Operation</vt:lpstr>
      <vt:lpstr>Common Nuclear Medicine Scintillators</vt:lpstr>
      <vt:lpstr>Photomarkiplier Tubes </vt:lpstr>
      <vt:lpstr>Scintillator + Photodiode</vt:lpstr>
      <vt:lpstr>Trapping Scintillators</vt:lpstr>
      <vt:lpstr>Film</vt:lpstr>
      <vt:lpstr>Motivation of Film</vt:lpstr>
      <vt:lpstr>Types of Film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Kedree Proffitt</dc:creator>
  <cp:lastModifiedBy>Kedree Proffitt</cp:lastModifiedBy>
  <cp:revision>2</cp:revision>
  <dcterms:created xsi:type="dcterms:W3CDTF">2025-10-14T14:01:53Z</dcterms:created>
  <dcterms:modified xsi:type="dcterms:W3CDTF">2025-10-20T01:33:09Z</dcterms:modified>
</cp:coreProperties>
</file>